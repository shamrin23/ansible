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57"/>
  </p:notesMasterIdLst>
  <p:sldIdLst>
    <p:sldId id="256" r:id="rId2"/>
    <p:sldId id="257" r:id="rId3"/>
    <p:sldId id="307" r:id="rId4"/>
    <p:sldId id="292" r:id="rId5"/>
    <p:sldId id="351" r:id="rId6"/>
    <p:sldId id="350" r:id="rId7"/>
    <p:sldId id="308" r:id="rId8"/>
    <p:sldId id="347" r:id="rId9"/>
    <p:sldId id="348" r:id="rId10"/>
    <p:sldId id="349" r:id="rId11"/>
    <p:sldId id="311" r:id="rId12"/>
    <p:sldId id="313" r:id="rId13"/>
    <p:sldId id="323" r:id="rId14"/>
    <p:sldId id="324" r:id="rId15"/>
    <p:sldId id="325" r:id="rId16"/>
    <p:sldId id="326" r:id="rId17"/>
    <p:sldId id="327" r:id="rId18"/>
    <p:sldId id="328" r:id="rId19"/>
    <p:sldId id="330" r:id="rId20"/>
    <p:sldId id="331" r:id="rId21"/>
    <p:sldId id="332" r:id="rId22"/>
    <p:sldId id="333" r:id="rId23"/>
    <p:sldId id="334" r:id="rId24"/>
    <p:sldId id="335" r:id="rId25"/>
    <p:sldId id="336" r:id="rId26"/>
    <p:sldId id="337" r:id="rId27"/>
    <p:sldId id="338" r:id="rId28"/>
    <p:sldId id="339" r:id="rId29"/>
    <p:sldId id="340" r:id="rId30"/>
    <p:sldId id="341" r:id="rId31"/>
    <p:sldId id="342" r:id="rId32"/>
    <p:sldId id="343" r:id="rId33"/>
    <p:sldId id="345" r:id="rId34"/>
    <p:sldId id="346" r:id="rId35"/>
    <p:sldId id="293" r:id="rId36"/>
    <p:sldId id="314" r:id="rId37"/>
    <p:sldId id="315" r:id="rId38"/>
    <p:sldId id="316" r:id="rId39"/>
    <p:sldId id="317" r:id="rId40"/>
    <p:sldId id="318" r:id="rId41"/>
    <p:sldId id="319" r:id="rId42"/>
    <p:sldId id="320" r:id="rId43"/>
    <p:sldId id="321" r:id="rId44"/>
    <p:sldId id="322" r:id="rId45"/>
    <p:sldId id="296" r:id="rId46"/>
    <p:sldId id="297" r:id="rId47"/>
    <p:sldId id="298" r:id="rId48"/>
    <p:sldId id="299" r:id="rId49"/>
    <p:sldId id="300" r:id="rId50"/>
    <p:sldId id="301" r:id="rId51"/>
    <p:sldId id="302" r:id="rId52"/>
    <p:sldId id="303" r:id="rId53"/>
    <p:sldId id="304" r:id="rId54"/>
    <p:sldId id="305" r:id="rId55"/>
    <p:sldId id="306" r:id="rId56"/>
  </p:sldIdLst>
  <p:sldSz cx="9144000" cy="5143500" type="screen16x9"/>
  <p:notesSz cx="6858000" cy="9144000"/>
  <p:embeddedFontLst>
    <p:embeddedFont>
      <p:font typeface="Lato" panose="020F0502020204030203" pitchFamily="34" charset="0"/>
      <p:regular r:id="rId58"/>
      <p:bold r:id="rId59"/>
      <p:italic r:id="rId60"/>
      <p:boldItalic r:id="rId61"/>
    </p:embeddedFont>
    <p:embeddedFont>
      <p:font typeface="Oswald" pitchFamily="2" charset="77"/>
      <p:regular r:id="rId62"/>
      <p:bold r:id="rId63"/>
    </p:embeddedFont>
    <p:embeddedFont>
      <p:font typeface="Roboto Condensed" panose="020F0502020204030204" pitchFamily="34" charset="0"/>
      <p:regular r:id="rId64"/>
      <p:bold r:id="rId65"/>
      <p:italic r:id="rId66"/>
      <p:boldItalic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586" autoAdjust="0"/>
    <p:restoredTop sz="94659"/>
  </p:normalViewPr>
  <p:slideViewPr>
    <p:cSldViewPr snapToGrid="0">
      <p:cViewPr varScale="1">
        <p:scale>
          <a:sx n="195" d="100"/>
          <a:sy n="195" d="100"/>
        </p:scale>
        <p:origin x="126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6.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font" Target="fonts/font9.fntdata"/><Relationship Id="rId5" Type="http://schemas.openxmlformats.org/officeDocument/2006/relationships/slide" Target="slides/slide4.xml"/><Relationship Id="rId61"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7.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njan Mirchandani" userId="e2668a044f22c1bc" providerId="LiveId" clId="{9145DAB9-4D93-E54B-A9B0-C7F188AEFFAC}"/>
    <pc:docChg chg="modSld">
      <pc:chgData name="Gunjan Mirchandani" userId="e2668a044f22c1bc" providerId="LiveId" clId="{9145DAB9-4D93-E54B-A9B0-C7F188AEFFAC}" dt="2023-10-23T00:23:53.553" v="1" actId="1076"/>
      <pc:docMkLst>
        <pc:docMk/>
      </pc:docMkLst>
      <pc:sldChg chg="modSp mod">
        <pc:chgData name="Gunjan Mirchandani" userId="e2668a044f22c1bc" providerId="LiveId" clId="{9145DAB9-4D93-E54B-A9B0-C7F188AEFFAC}" dt="2023-10-22T23:50:57.002" v="0" actId="1076"/>
        <pc:sldMkLst>
          <pc:docMk/>
          <pc:sldMk cId="0" sldId="292"/>
        </pc:sldMkLst>
        <pc:spChg chg="mod">
          <ac:chgData name="Gunjan Mirchandani" userId="e2668a044f22c1bc" providerId="LiveId" clId="{9145DAB9-4D93-E54B-A9B0-C7F188AEFFAC}" dt="2023-10-22T23:50:57.002" v="0" actId="1076"/>
          <ac:spMkLst>
            <pc:docMk/>
            <pc:sldMk cId="0" sldId="292"/>
            <ac:spMk id="436" creationId="{00000000-0000-0000-0000-000000000000}"/>
          </ac:spMkLst>
        </pc:spChg>
      </pc:sldChg>
      <pc:sldChg chg="modSp mod">
        <pc:chgData name="Gunjan Mirchandani" userId="e2668a044f22c1bc" providerId="LiveId" clId="{9145DAB9-4D93-E54B-A9B0-C7F188AEFFAC}" dt="2023-10-23T00:23:53.553" v="1" actId="1076"/>
        <pc:sldMkLst>
          <pc:docMk/>
          <pc:sldMk cId="4103848331" sldId="338"/>
        </pc:sldMkLst>
        <pc:picChg chg="mod">
          <ac:chgData name="Gunjan Mirchandani" userId="e2668a044f22c1bc" providerId="LiveId" clId="{9145DAB9-4D93-E54B-A9B0-C7F188AEFFAC}" dt="2023-10-23T00:23:53.553" v="1" actId="1076"/>
          <ac:picMkLst>
            <pc:docMk/>
            <pc:sldMk cId="4103848331" sldId="338"/>
            <ac:picMk id="8" creationId="{9E507FB6-BE4B-CF21-AEDE-ADB6E0338A89}"/>
          </ac:picMkLst>
        </pc:picChg>
      </pc:sldChg>
    </pc:docChg>
  </pc:docChgLst>
  <pc:docChgLst>
    <pc:chgData name="Gunjan Mirchandani" userId="e2668a044f22c1bc" providerId="LiveId" clId="{C242CAD6-E683-8048-AA81-730B12723FCD}"/>
    <pc:docChg chg="custSel addSld modSld">
      <pc:chgData name="Gunjan Mirchandani" userId="e2668a044f22c1bc" providerId="LiveId" clId="{C242CAD6-E683-8048-AA81-730B12723FCD}" dt="2023-04-08T20:06:01.971" v="49" actId="1076"/>
      <pc:docMkLst>
        <pc:docMk/>
      </pc:docMkLst>
      <pc:sldChg chg="add">
        <pc:chgData name="Gunjan Mirchandani" userId="e2668a044f22c1bc" providerId="LiveId" clId="{C242CAD6-E683-8048-AA81-730B12723FCD}" dt="2023-04-08T20:04:57.828" v="48"/>
        <pc:sldMkLst>
          <pc:docMk/>
          <pc:sldMk cId="0" sldId="293"/>
        </pc:sldMkLst>
      </pc:sldChg>
      <pc:sldChg chg="addSp modSp mod">
        <pc:chgData name="Gunjan Mirchandani" userId="e2668a044f22c1bc" providerId="LiveId" clId="{C242CAD6-E683-8048-AA81-730B12723FCD}" dt="2023-04-08T20:03:50.661" v="47" actId="1076"/>
        <pc:sldMkLst>
          <pc:docMk/>
          <pc:sldMk cId="4179693182" sldId="324"/>
        </pc:sldMkLst>
        <pc:spChg chg="add mod">
          <ac:chgData name="Gunjan Mirchandani" userId="e2668a044f22c1bc" providerId="LiveId" clId="{C242CAD6-E683-8048-AA81-730B12723FCD}" dt="2023-04-08T20:03:50.661" v="47" actId="1076"/>
          <ac:spMkLst>
            <pc:docMk/>
            <pc:sldMk cId="4179693182" sldId="324"/>
            <ac:spMk id="5" creationId="{3C7AB0DB-4D98-C541-138A-F98A342AADA3}"/>
          </ac:spMkLst>
        </pc:spChg>
      </pc:sldChg>
      <pc:sldChg chg="addSp modSp new mod">
        <pc:chgData name="Gunjan Mirchandani" userId="e2668a044f22c1bc" providerId="LiveId" clId="{C242CAD6-E683-8048-AA81-730B12723FCD}" dt="2023-04-08T19:58:03.881" v="7"/>
        <pc:sldMkLst>
          <pc:docMk/>
          <pc:sldMk cId="1130076244" sldId="347"/>
        </pc:sldMkLst>
        <pc:spChg chg="add mod">
          <ac:chgData name="Gunjan Mirchandani" userId="e2668a044f22c1bc" providerId="LiveId" clId="{C242CAD6-E683-8048-AA81-730B12723FCD}" dt="2023-04-08T19:58:03.881" v="7"/>
          <ac:spMkLst>
            <pc:docMk/>
            <pc:sldMk cId="1130076244" sldId="347"/>
            <ac:spMk id="4" creationId="{661C7641-FB1B-09C2-2D90-4A6F9F5A272A}"/>
          </ac:spMkLst>
        </pc:spChg>
        <pc:picChg chg="add mod">
          <ac:chgData name="Gunjan Mirchandani" userId="e2668a044f22c1bc" providerId="LiveId" clId="{C242CAD6-E683-8048-AA81-730B12723FCD}" dt="2023-04-08T19:57:08.185" v="3" actId="1076"/>
          <ac:picMkLst>
            <pc:docMk/>
            <pc:sldMk cId="1130076244" sldId="347"/>
            <ac:picMk id="3" creationId="{3F348BBF-E9C7-0455-AA52-AE0BFB846E4C}"/>
          </ac:picMkLst>
        </pc:picChg>
      </pc:sldChg>
      <pc:sldChg chg="addSp delSp modSp new mod">
        <pc:chgData name="Gunjan Mirchandani" userId="e2668a044f22c1bc" providerId="LiveId" clId="{C242CAD6-E683-8048-AA81-730B12723FCD}" dt="2023-04-08T20:00:45.686" v="38" actId="21"/>
        <pc:sldMkLst>
          <pc:docMk/>
          <pc:sldMk cId="4200967741" sldId="348"/>
        </pc:sldMkLst>
        <pc:spChg chg="add mod">
          <ac:chgData name="Gunjan Mirchandani" userId="e2668a044f22c1bc" providerId="LiveId" clId="{C242CAD6-E683-8048-AA81-730B12723FCD}" dt="2023-04-08T19:58:05.607" v="8"/>
          <ac:spMkLst>
            <pc:docMk/>
            <pc:sldMk cId="4200967741" sldId="348"/>
            <ac:spMk id="4" creationId="{DF598E7B-3971-2914-7C9A-EDD8222540A8}"/>
          </ac:spMkLst>
        </pc:spChg>
        <pc:spChg chg="add mod">
          <ac:chgData name="Gunjan Mirchandani" userId="e2668a044f22c1bc" providerId="LiveId" clId="{C242CAD6-E683-8048-AA81-730B12723FCD}" dt="2023-04-08T19:59:39.686" v="23" actId="1076"/>
          <ac:spMkLst>
            <pc:docMk/>
            <pc:sldMk cId="4200967741" sldId="348"/>
            <ac:spMk id="9" creationId="{81D80F58-5C86-0731-B8D1-39BF8DF810C3}"/>
          </ac:spMkLst>
        </pc:spChg>
        <pc:spChg chg="add del mod">
          <ac:chgData name="Gunjan Mirchandani" userId="e2668a044f22c1bc" providerId="LiveId" clId="{C242CAD6-E683-8048-AA81-730B12723FCD}" dt="2023-04-08T20:00:45.686" v="38" actId="21"/>
          <ac:spMkLst>
            <pc:docMk/>
            <pc:sldMk cId="4200967741" sldId="348"/>
            <ac:spMk id="10" creationId="{4DF7B4DB-9BD8-4FBB-42BD-262159A1082E}"/>
          </ac:spMkLst>
        </pc:spChg>
        <pc:picChg chg="add mod">
          <ac:chgData name="Gunjan Mirchandani" userId="e2668a044f22c1bc" providerId="LiveId" clId="{C242CAD6-E683-8048-AA81-730B12723FCD}" dt="2023-04-08T19:58:20.809" v="9" actId="1076"/>
          <ac:picMkLst>
            <pc:docMk/>
            <pc:sldMk cId="4200967741" sldId="348"/>
            <ac:picMk id="3" creationId="{B70A81D2-6F8B-42AF-7305-66A009515397}"/>
          </ac:picMkLst>
        </pc:picChg>
        <pc:picChg chg="add mod">
          <ac:chgData name="Gunjan Mirchandani" userId="e2668a044f22c1bc" providerId="LiveId" clId="{C242CAD6-E683-8048-AA81-730B12723FCD}" dt="2023-04-08T19:58:53.184" v="11" actId="1076"/>
          <ac:picMkLst>
            <pc:docMk/>
            <pc:sldMk cId="4200967741" sldId="348"/>
            <ac:picMk id="6" creationId="{1AB7929C-0A98-B2C7-F664-B2391A1AE356}"/>
          </ac:picMkLst>
        </pc:picChg>
        <pc:picChg chg="add del mod">
          <ac:chgData name="Gunjan Mirchandani" userId="e2668a044f22c1bc" providerId="LiveId" clId="{C242CAD6-E683-8048-AA81-730B12723FCD}" dt="2023-04-08T20:00:45.686" v="38" actId="21"/>
          <ac:picMkLst>
            <pc:docMk/>
            <pc:sldMk cId="4200967741" sldId="348"/>
            <ac:picMk id="8" creationId="{F745DE9E-7E7F-706C-B0EE-9DB51EB3FBF6}"/>
          </ac:picMkLst>
        </pc:picChg>
      </pc:sldChg>
      <pc:sldChg chg="addSp modSp new mod">
        <pc:chgData name="Gunjan Mirchandani" userId="e2668a044f22c1bc" providerId="LiveId" clId="{C242CAD6-E683-8048-AA81-730B12723FCD}" dt="2023-04-08T20:00:55.039" v="41" actId="1076"/>
        <pc:sldMkLst>
          <pc:docMk/>
          <pc:sldMk cId="643364013" sldId="349"/>
        </pc:sldMkLst>
        <pc:spChg chg="add mod">
          <ac:chgData name="Gunjan Mirchandani" userId="e2668a044f22c1bc" providerId="LiveId" clId="{C242CAD6-E683-8048-AA81-730B12723FCD}" dt="2023-04-08T20:00:52.841" v="40" actId="1076"/>
          <ac:spMkLst>
            <pc:docMk/>
            <pc:sldMk cId="643364013" sldId="349"/>
            <ac:spMk id="5" creationId="{28BBE6C2-0C72-78EE-1D10-5AC452DE0581}"/>
          </ac:spMkLst>
        </pc:spChg>
        <pc:picChg chg="add mod">
          <ac:chgData name="Gunjan Mirchandani" userId="e2668a044f22c1bc" providerId="LiveId" clId="{C242CAD6-E683-8048-AA81-730B12723FCD}" dt="2023-04-08T20:00:55.039" v="41" actId="1076"/>
          <ac:picMkLst>
            <pc:docMk/>
            <pc:sldMk cId="643364013" sldId="349"/>
            <ac:picMk id="3" creationId="{7A09EF88-E138-D6FE-849A-153C9F77C9E0}"/>
          </ac:picMkLst>
        </pc:picChg>
        <pc:picChg chg="add mod">
          <ac:chgData name="Gunjan Mirchandani" userId="e2668a044f22c1bc" providerId="LiveId" clId="{C242CAD6-E683-8048-AA81-730B12723FCD}" dt="2023-04-08T20:00:52.841" v="40" actId="1076"/>
          <ac:picMkLst>
            <pc:docMk/>
            <pc:sldMk cId="643364013" sldId="349"/>
            <ac:picMk id="4" creationId="{C4251EE5-6A4A-C3CC-C6FC-AC54B611CD61}"/>
          </ac:picMkLst>
        </pc:picChg>
      </pc:sldChg>
      <pc:sldChg chg="delSp modSp add mod">
        <pc:chgData name="Gunjan Mirchandani" userId="e2668a044f22c1bc" providerId="LiveId" clId="{C242CAD6-E683-8048-AA81-730B12723FCD}" dt="2023-04-08T20:06:01.971" v="49" actId="1076"/>
        <pc:sldMkLst>
          <pc:docMk/>
          <pc:sldMk cId="3102924078" sldId="350"/>
        </pc:sldMkLst>
        <pc:spChg chg="del">
          <ac:chgData name="Gunjan Mirchandani" userId="e2668a044f22c1bc" providerId="LiveId" clId="{C242CAD6-E683-8048-AA81-730B12723FCD}" dt="2023-04-08T20:03:29.289" v="43" actId="21"/>
          <ac:spMkLst>
            <pc:docMk/>
            <pc:sldMk cId="3102924078" sldId="350"/>
            <ac:spMk id="6" creationId="{6FFD14D1-9607-D479-C32C-28562E44A5B3}"/>
          </ac:spMkLst>
        </pc:spChg>
        <pc:spChg chg="mod">
          <ac:chgData name="Gunjan Mirchandani" userId="e2668a044f22c1bc" providerId="LiveId" clId="{C242CAD6-E683-8048-AA81-730B12723FCD}" dt="2023-04-08T20:06:01.971" v="49" actId="1076"/>
          <ac:spMkLst>
            <pc:docMk/>
            <pc:sldMk cId="3102924078" sldId="350"/>
            <ac:spMk id="8" creationId="{21E73D16-1CEC-57A9-2331-6E90A2D2BCBC}"/>
          </ac:spMkLst>
        </pc:spChg>
        <pc:cxnChg chg="del mod">
          <ac:chgData name="Gunjan Mirchandani" userId="e2668a044f22c1bc" providerId="LiveId" clId="{C242CAD6-E683-8048-AA81-730B12723FCD}" dt="2023-04-08T20:03:34.387" v="45" actId="478"/>
          <ac:cxnSpMkLst>
            <pc:docMk/>
            <pc:sldMk cId="3102924078" sldId="350"/>
            <ac:cxnSpMk id="10" creationId="{5006F3E7-F50C-6425-4E28-DEC8A915CE9D}"/>
          </ac:cxnSpMkLst>
        </pc:cxnChg>
      </pc:sldChg>
    </pc:docChg>
  </pc:docChgLst>
  <pc:docChgLst>
    <pc:chgData name="Gunjan Mirchandani" userId="e2668a044f22c1bc" providerId="LiveId" clId="{3018C11F-1443-BE45-8B63-B7B9849896E7}"/>
    <pc:docChg chg="undo custSel addSld delSld modSld">
      <pc:chgData name="Gunjan Mirchandani" userId="e2668a044f22c1bc" providerId="LiveId" clId="{3018C11F-1443-BE45-8B63-B7B9849896E7}" dt="2023-05-12T20:37:14.271" v="2" actId="680"/>
      <pc:docMkLst>
        <pc:docMk/>
      </pc:docMkLst>
      <pc:sldChg chg="add">
        <pc:chgData name="Gunjan Mirchandani" userId="e2668a044f22c1bc" providerId="LiveId" clId="{3018C11F-1443-BE45-8B63-B7B9849896E7}" dt="2023-05-09T14:18:29.372" v="0"/>
        <pc:sldMkLst>
          <pc:docMk/>
          <pc:sldMk cId="0" sldId="292"/>
        </pc:sldMkLst>
      </pc:sldChg>
      <pc:sldChg chg="new del">
        <pc:chgData name="Gunjan Mirchandani" userId="e2668a044f22c1bc" providerId="LiveId" clId="{3018C11F-1443-BE45-8B63-B7B9849896E7}" dt="2023-05-12T20:37:14.271" v="2" actId="680"/>
        <pc:sldMkLst>
          <pc:docMk/>
          <pc:sldMk cId="95981424" sldId="351"/>
        </pc:sldMkLst>
      </pc:sldChg>
    </pc:docChg>
  </pc:docChgLst>
  <pc:docChgLst>
    <pc:chgData name="Gunjan Mirchandani" userId="e2668a044f22c1bc" providerId="LiveId" clId="{3A8D2D5F-5DFF-E34C-B6DF-E70CD30FE317}"/>
    <pc:docChg chg="custSel addSld modSld">
      <pc:chgData name="Gunjan Mirchandani" userId="e2668a044f22c1bc" providerId="LiveId" clId="{3A8D2D5F-5DFF-E34C-B6DF-E70CD30FE317}" dt="2023-11-17T01:30:34.925" v="159" actId="20577"/>
      <pc:docMkLst>
        <pc:docMk/>
      </pc:docMkLst>
      <pc:sldChg chg="modSp new mod">
        <pc:chgData name="Gunjan Mirchandani" userId="e2668a044f22c1bc" providerId="LiveId" clId="{3A8D2D5F-5DFF-E34C-B6DF-E70CD30FE317}" dt="2023-11-17T01:30:34.925" v="159" actId="20577"/>
        <pc:sldMkLst>
          <pc:docMk/>
          <pc:sldMk cId="2278161785" sldId="351"/>
        </pc:sldMkLst>
        <pc:spChg chg="mod">
          <ac:chgData name="Gunjan Mirchandani" userId="e2668a044f22c1bc" providerId="LiveId" clId="{3A8D2D5F-5DFF-E34C-B6DF-E70CD30FE317}" dt="2023-11-17T01:26:22.750" v="21" actId="20577"/>
          <ac:spMkLst>
            <pc:docMk/>
            <pc:sldMk cId="2278161785" sldId="351"/>
            <ac:spMk id="2" creationId="{0141982F-8E52-02BD-FBC1-4958769EA061}"/>
          </ac:spMkLst>
        </pc:spChg>
        <pc:spChg chg="mod">
          <ac:chgData name="Gunjan Mirchandani" userId="e2668a044f22c1bc" providerId="LiveId" clId="{3A8D2D5F-5DFF-E34C-B6DF-E70CD30FE317}" dt="2023-11-17T01:30:34.925" v="159" actId="20577"/>
          <ac:spMkLst>
            <pc:docMk/>
            <pc:sldMk cId="2278161785" sldId="351"/>
            <ac:spMk id="3" creationId="{68A20675-C732-9ED1-E48C-8D6ACCDAF500}"/>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3T01:10:56.729"/>
    </inkml:context>
    <inkml:brush xml:id="br0">
      <inkml:brushProperty name="width" value="0.05" units="cm"/>
      <inkml:brushProperty name="height" value="0.05" units="cm"/>
    </inkml:brush>
  </inkml:definitions>
  <inkml:trace contextRef="#ctx0" brushRef="#br0">1 1 176,'0'0'0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3T01:10:57.120"/>
    </inkml:context>
    <inkml:brush xml:id="br0">
      <inkml:brushProperty name="width" value="0.05" units="cm"/>
      <inkml:brushProperty name="height" value="0.05" units="cm"/>
    </inkml:brush>
  </inkml:definitions>
  <inkml:trace contextRef="#ctx0" brushRef="#br0">1 0 56,'0'0'3137</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3T01:11:45.193"/>
    </inkml:context>
    <inkml:brush xml:id="br0">
      <inkml:brushProperty name="width" value="0.05" units="cm"/>
      <inkml:brushProperty name="height" value="0.05" units="cm"/>
    </inkml:brush>
  </inkml:definitions>
  <inkml:trace contextRef="#ctx0" brushRef="#br0">2 1 24,'0'0'387,"2"16"1301,-6-14-2715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3T01:11:47.324"/>
    </inkml:context>
    <inkml:brush xml:id="br0">
      <inkml:brushProperty name="width" value="0.05" units="cm"/>
      <inkml:brushProperty name="height" value="0.05" units="cm"/>
    </inkml:brush>
  </inkml:definitions>
  <inkml:trace contextRef="#ctx0" brushRef="#br0">0 0 104,'0'0'440,"2"0"106</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02-03T01:12:08.448"/>
    </inkml:context>
    <inkml:brush xml:id="br0">
      <inkml:brushProperty name="width" value="0.05" units="cm"/>
      <inkml:brushProperty name="height" value="0.05" units="cm"/>
    </inkml:brush>
  </inkml:definitions>
  <inkml:trace contextRef="#ctx0" brushRef="#br0">2 0 144,'0'0'1102,"-2"15"175,6-11-2528</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64d7ff03f0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164d7ff03f0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164d7ff03f0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164d7ff03f0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89863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16e0f35e15f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 name="Google Shape;434;g16e0f35e15f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844354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1732ed1ed63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1732ed1ed63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1732ed1ed63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5" name="Google Shape;465;g1732ed1ed63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Google Shape;471;g1732ed1ed63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2" name="Google Shape;472;g1732ed1ed63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1732ed1ed63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1732ed1ed63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1732ed1ed63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1732ed1ed63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1732ed1ed63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1732ed1ed63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g1732ed1ed63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0" name="Google Shape;500;g1732ed1ed63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1732ed1ed63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 name="Google Shape;507;g1732ed1ed63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1732ed1ed63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1732ed1ed63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1732ed1ed63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1732ed1ed63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1732ed1ed63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1732ed1ed63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1732ed1ed63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1732ed1ed63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89415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chemeClr val="accent2"/>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5609666" y="2185857"/>
            <a:ext cx="3534604" cy="3432788"/>
            <a:chOff x="6172200" y="2656118"/>
            <a:chExt cx="2971754" cy="2886151"/>
          </a:xfrm>
        </p:grpSpPr>
        <p:sp>
          <p:nvSpPr>
            <p:cNvPr id="11" name="Google Shape;11;p2"/>
            <p:cNvSpPr/>
            <p:nvPr/>
          </p:nvSpPr>
          <p:spPr>
            <a:xfrm rot="9208626" flipH="1">
              <a:off x="6704904" y="4110434"/>
              <a:ext cx="484232" cy="1204006"/>
            </a:xfrm>
            <a:prstGeom prst="flowChartManualInpu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9208633" flipH="1">
              <a:off x="7804300" y="3279013"/>
              <a:ext cx="877624" cy="2182136"/>
            </a:xfrm>
            <a:prstGeom prst="flowChartManualInpu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9208606" flipH="1">
              <a:off x="7481789" y="4276913"/>
              <a:ext cx="408796" cy="1016449"/>
            </a:xfrm>
            <a:prstGeom prst="flowChartManualInpu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9208678" flipH="1">
              <a:off x="6287617" y="4657701"/>
              <a:ext cx="229660" cy="571018"/>
            </a:xfrm>
            <a:prstGeom prst="flowChartManualInpu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289303" y="2656118"/>
              <a:ext cx="854651" cy="1929080"/>
            </a:xfrm>
            <a:custGeom>
              <a:avLst/>
              <a:gdLst/>
              <a:ahLst/>
              <a:cxnLst/>
              <a:rect l="l" t="t" r="r" b="b"/>
              <a:pathLst>
                <a:path w="37596" h="84860" extrusionOk="0">
                  <a:moveTo>
                    <a:pt x="19066" y="0"/>
                  </a:moveTo>
                  <a:lnTo>
                    <a:pt x="0" y="9130"/>
                  </a:lnTo>
                  <a:lnTo>
                    <a:pt x="37596" y="84860"/>
                  </a:lnTo>
                  <a:lnTo>
                    <a:pt x="37596" y="37328"/>
                  </a:lnTo>
                  <a:close/>
                </a:path>
              </a:pathLst>
            </a:custGeom>
            <a:solidFill>
              <a:schemeClr val="lt1"/>
            </a:solidFill>
            <a:ln>
              <a:noFill/>
            </a:ln>
          </p:spPr>
        </p:sp>
      </p:grpSp>
      <p:grpSp>
        <p:nvGrpSpPr>
          <p:cNvPr id="16" name="Google Shape;16;p2"/>
          <p:cNvGrpSpPr/>
          <p:nvPr/>
        </p:nvGrpSpPr>
        <p:grpSpPr>
          <a:xfrm>
            <a:off x="-22" y="-324543"/>
            <a:ext cx="3068579" cy="1910876"/>
            <a:chOff x="-32" y="-215963"/>
            <a:chExt cx="2163561" cy="1347300"/>
          </a:xfrm>
        </p:grpSpPr>
        <p:sp>
          <p:nvSpPr>
            <p:cNvPr id="17" name="Google Shape;17;p2"/>
            <p:cNvSpPr/>
            <p:nvPr/>
          </p:nvSpPr>
          <p:spPr>
            <a:xfrm rot="-1591408" flipH="1">
              <a:off x="1362169" y="-63166"/>
              <a:ext cx="205103" cy="509980"/>
            </a:xfrm>
            <a:prstGeom prst="flowChartManualInpu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rot="-1591371" flipH="1">
              <a:off x="239463" y="-151890"/>
              <a:ext cx="434754" cy="1080980"/>
            </a:xfrm>
            <a:prstGeom prst="flowChartManualInpu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rot="-1591339" flipH="1">
              <a:off x="892401" y="-169347"/>
              <a:ext cx="504374" cy="1254067"/>
            </a:xfrm>
            <a:prstGeom prst="flowChartManualInpu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rot="-1591322" flipH="1">
              <a:off x="1818452" y="-76292"/>
              <a:ext cx="229660" cy="571018"/>
            </a:xfrm>
            <a:prstGeom prst="flowChartManualInpu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rot="10800000">
              <a:off x="-32" y="70725"/>
              <a:ext cx="380284" cy="858147"/>
            </a:xfrm>
            <a:custGeom>
              <a:avLst/>
              <a:gdLst/>
              <a:ahLst/>
              <a:cxnLst/>
              <a:rect l="l" t="t" r="r" b="b"/>
              <a:pathLst>
                <a:path w="37596" h="84860" extrusionOk="0">
                  <a:moveTo>
                    <a:pt x="19066" y="0"/>
                  </a:moveTo>
                  <a:lnTo>
                    <a:pt x="0" y="9130"/>
                  </a:lnTo>
                  <a:lnTo>
                    <a:pt x="37596" y="84860"/>
                  </a:lnTo>
                  <a:lnTo>
                    <a:pt x="37596" y="37328"/>
                  </a:lnTo>
                  <a:close/>
                </a:path>
              </a:pathLst>
            </a:custGeom>
            <a:solidFill>
              <a:schemeClr val="accent3"/>
            </a:solidFill>
            <a:ln>
              <a:noFill/>
            </a:ln>
          </p:spPr>
        </p:sp>
      </p:grpSp>
      <p:sp>
        <p:nvSpPr>
          <p:cNvPr id="22" name="Google Shape;22;p2"/>
          <p:cNvSpPr txBox="1">
            <a:spLocks noGrp="1"/>
          </p:cNvSpPr>
          <p:nvPr>
            <p:ph type="ctrTitle"/>
          </p:nvPr>
        </p:nvSpPr>
        <p:spPr>
          <a:xfrm>
            <a:off x="685800" y="2753825"/>
            <a:ext cx="5671500" cy="11598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5000"/>
              <a:buNone/>
              <a:defRPr sz="5000">
                <a:solidFill>
                  <a:schemeClr val="lt1"/>
                </a:solidFill>
              </a:defRPr>
            </a:lvl1pPr>
            <a:lvl2pPr lvl="1">
              <a:spcBef>
                <a:spcPts val="0"/>
              </a:spcBef>
              <a:spcAft>
                <a:spcPts val="0"/>
              </a:spcAft>
              <a:buClr>
                <a:schemeClr val="lt1"/>
              </a:buClr>
              <a:buSzPts val="5000"/>
              <a:buNone/>
              <a:defRPr sz="5000">
                <a:solidFill>
                  <a:schemeClr val="lt1"/>
                </a:solidFill>
              </a:defRPr>
            </a:lvl2pPr>
            <a:lvl3pPr lvl="2">
              <a:spcBef>
                <a:spcPts val="0"/>
              </a:spcBef>
              <a:spcAft>
                <a:spcPts val="0"/>
              </a:spcAft>
              <a:buClr>
                <a:schemeClr val="lt1"/>
              </a:buClr>
              <a:buSzPts val="5000"/>
              <a:buNone/>
              <a:defRPr sz="5000">
                <a:solidFill>
                  <a:schemeClr val="lt1"/>
                </a:solidFill>
              </a:defRPr>
            </a:lvl3pPr>
            <a:lvl4pPr lvl="3">
              <a:spcBef>
                <a:spcPts val="0"/>
              </a:spcBef>
              <a:spcAft>
                <a:spcPts val="0"/>
              </a:spcAft>
              <a:buClr>
                <a:schemeClr val="lt1"/>
              </a:buClr>
              <a:buSzPts val="5000"/>
              <a:buNone/>
              <a:defRPr sz="5000">
                <a:solidFill>
                  <a:schemeClr val="lt1"/>
                </a:solidFill>
              </a:defRPr>
            </a:lvl4pPr>
            <a:lvl5pPr lvl="4">
              <a:spcBef>
                <a:spcPts val="0"/>
              </a:spcBef>
              <a:spcAft>
                <a:spcPts val="0"/>
              </a:spcAft>
              <a:buClr>
                <a:schemeClr val="lt1"/>
              </a:buClr>
              <a:buSzPts val="5000"/>
              <a:buNone/>
              <a:defRPr sz="5000">
                <a:solidFill>
                  <a:schemeClr val="lt1"/>
                </a:solidFill>
              </a:defRPr>
            </a:lvl5pPr>
            <a:lvl6pPr lvl="5">
              <a:spcBef>
                <a:spcPts val="0"/>
              </a:spcBef>
              <a:spcAft>
                <a:spcPts val="0"/>
              </a:spcAft>
              <a:buClr>
                <a:schemeClr val="lt1"/>
              </a:buClr>
              <a:buSzPts val="5000"/>
              <a:buNone/>
              <a:defRPr sz="5000">
                <a:solidFill>
                  <a:schemeClr val="lt1"/>
                </a:solidFill>
              </a:defRPr>
            </a:lvl6pPr>
            <a:lvl7pPr lvl="6">
              <a:spcBef>
                <a:spcPts val="0"/>
              </a:spcBef>
              <a:spcAft>
                <a:spcPts val="0"/>
              </a:spcAft>
              <a:buClr>
                <a:schemeClr val="lt1"/>
              </a:buClr>
              <a:buSzPts val="5000"/>
              <a:buNone/>
              <a:defRPr sz="5000">
                <a:solidFill>
                  <a:schemeClr val="lt1"/>
                </a:solidFill>
              </a:defRPr>
            </a:lvl7pPr>
            <a:lvl8pPr lvl="7">
              <a:spcBef>
                <a:spcPts val="0"/>
              </a:spcBef>
              <a:spcAft>
                <a:spcPts val="0"/>
              </a:spcAft>
              <a:buClr>
                <a:schemeClr val="lt1"/>
              </a:buClr>
              <a:buSzPts val="5000"/>
              <a:buNone/>
              <a:defRPr sz="5000">
                <a:solidFill>
                  <a:schemeClr val="lt1"/>
                </a:solidFill>
              </a:defRPr>
            </a:lvl8pPr>
            <a:lvl9pPr lvl="8">
              <a:spcBef>
                <a:spcPts val="0"/>
              </a:spcBef>
              <a:spcAft>
                <a:spcPts val="0"/>
              </a:spcAft>
              <a:buClr>
                <a:schemeClr val="lt1"/>
              </a:buClr>
              <a:buSzPts val="5000"/>
              <a:buNone/>
              <a:defRPr sz="5000">
                <a:solidFill>
                  <a:schemeClr val="lt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bg>
      <p:bgPr>
        <a:solidFill>
          <a:schemeClr val="accent4"/>
        </a:solidFill>
        <a:effectLst/>
      </p:bgPr>
    </p:bg>
    <p:spTree>
      <p:nvGrpSpPr>
        <p:cNvPr id="1" name="Shape 23"/>
        <p:cNvGrpSpPr/>
        <p:nvPr/>
      </p:nvGrpSpPr>
      <p:grpSpPr>
        <a:xfrm>
          <a:off x="0" y="0"/>
          <a:ext cx="0" cy="0"/>
          <a:chOff x="0" y="0"/>
          <a:chExt cx="0" cy="0"/>
        </a:xfrm>
      </p:grpSpPr>
      <p:grpSp>
        <p:nvGrpSpPr>
          <p:cNvPr id="24" name="Google Shape;24;p3"/>
          <p:cNvGrpSpPr/>
          <p:nvPr/>
        </p:nvGrpSpPr>
        <p:grpSpPr>
          <a:xfrm>
            <a:off x="6172200" y="2656118"/>
            <a:ext cx="2971754" cy="2886151"/>
            <a:chOff x="6172200" y="2656118"/>
            <a:chExt cx="2971754" cy="2886151"/>
          </a:xfrm>
        </p:grpSpPr>
        <p:sp>
          <p:nvSpPr>
            <p:cNvPr id="25" name="Google Shape;25;p3"/>
            <p:cNvSpPr/>
            <p:nvPr/>
          </p:nvSpPr>
          <p:spPr>
            <a:xfrm rot="9208626" flipH="1">
              <a:off x="6704904" y="4110434"/>
              <a:ext cx="484232" cy="1204006"/>
            </a:xfrm>
            <a:prstGeom prst="flowChartManualInpu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rot="9208633" flipH="1">
              <a:off x="7804300" y="3279013"/>
              <a:ext cx="877624" cy="2182136"/>
            </a:xfrm>
            <a:prstGeom prst="flowChartManualInpu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9208606" flipH="1">
              <a:off x="7481789" y="4276913"/>
              <a:ext cx="408796" cy="1016449"/>
            </a:xfrm>
            <a:prstGeom prst="flowChartManualInpu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rot="9208678" flipH="1">
              <a:off x="6287617" y="4657701"/>
              <a:ext cx="229660" cy="571018"/>
            </a:xfrm>
            <a:prstGeom prst="flowChartManualInpu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a:off x="8289303" y="2656118"/>
              <a:ext cx="854651" cy="1929080"/>
            </a:xfrm>
            <a:custGeom>
              <a:avLst/>
              <a:gdLst/>
              <a:ahLst/>
              <a:cxnLst/>
              <a:rect l="l" t="t" r="r" b="b"/>
              <a:pathLst>
                <a:path w="37596" h="84860" extrusionOk="0">
                  <a:moveTo>
                    <a:pt x="19066" y="0"/>
                  </a:moveTo>
                  <a:lnTo>
                    <a:pt x="0" y="9130"/>
                  </a:lnTo>
                  <a:lnTo>
                    <a:pt x="37596" y="84860"/>
                  </a:lnTo>
                  <a:lnTo>
                    <a:pt x="37596" y="37328"/>
                  </a:lnTo>
                  <a:close/>
                </a:path>
              </a:pathLst>
            </a:custGeom>
            <a:solidFill>
              <a:schemeClr val="lt1"/>
            </a:solidFill>
            <a:ln>
              <a:noFill/>
            </a:ln>
          </p:spPr>
        </p:sp>
      </p:grpSp>
      <p:grpSp>
        <p:nvGrpSpPr>
          <p:cNvPr id="30" name="Google Shape;30;p3"/>
          <p:cNvGrpSpPr/>
          <p:nvPr/>
        </p:nvGrpSpPr>
        <p:grpSpPr>
          <a:xfrm>
            <a:off x="-32" y="-228027"/>
            <a:ext cx="2163561" cy="1347300"/>
            <a:chOff x="-32" y="-215963"/>
            <a:chExt cx="2163561" cy="1347300"/>
          </a:xfrm>
        </p:grpSpPr>
        <p:sp>
          <p:nvSpPr>
            <p:cNvPr id="31" name="Google Shape;31;p3"/>
            <p:cNvSpPr/>
            <p:nvPr/>
          </p:nvSpPr>
          <p:spPr>
            <a:xfrm rot="-1591408" flipH="1">
              <a:off x="1362169" y="-63166"/>
              <a:ext cx="205103" cy="509980"/>
            </a:xfrm>
            <a:prstGeom prst="flowChartManualInpu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1591371" flipH="1">
              <a:off x="239463" y="-151890"/>
              <a:ext cx="434754" cy="1080980"/>
            </a:xfrm>
            <a:prstGeom prst="flowChartManualInpu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rot="-1591339" flipH="1">
              <a:off x="892401" y="-169347"/>
              <a:ext cx="504374" cy="1254067"/>
            </a:xfrm>
            <a:prstGeom prst="flowChartManualInpu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1591322" flipH="1">
              <a:off x="1818452" y="-76292"/>
              <a:ext cx="229660" cy="571018"/>
            </a:xfrm>
            <a:prstGeom prst="flowChartManualInpu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rot="10800000">
              <a:off x="-32" y="70725"/>
              <a:ext cx="380284" cy="858147"/>
            </a:xfrm>
            <a:custGeom>
              <a:avLst/>
              <a:gdLst/>
              <a:ahLst/>
              <a:cxnLst/>
              <a:rect l="l" t="t" r="r" b="b"/>
              <a:pathLst>
                <a:path w="37596" h="84860" extrusionOk="0">
                  <a:moveTo>
                    <a:pt x="19066" y="0"/>
                  </a:moveTo>
                  <a:lnTo>
                    <a:pt x="0" y="9130"/>
                  </a:lnTo>
                  <a:lnTo>
                    <a:pt x="37596" y="84860"/>
                  </a:lnTo>
                  <a:lnTo>
                    <a:pt x="37596" y="37328"/>
                  </a:lnTo>
                  <a:close/>
                </a:path>
              </a:pathLst>
            </a:custGeom>
            <a:solidFill>
              <a:schemeClr val="accent3"/>
            </a:solidFill>
            <a:ln>
              <a:noFill/>
            </a:ln>
          </p:spPr>
        </p:sp>
      </p:grpSp>
      <p:sp>
        <p:nvSpPr>
          <p:cNvPr id="36" name="Google Shape;36;p3"/>
          <p:cNvSpPr txBox="1">
            <a:spLocks noGrp="1"/>
          </p:cNvSpPr>
          <p:nvPr>
            <p:ph type="ctrTitle"/>
          </p:nvPr>
        </p:nvSpPr>
        <p:spPr>
          <a:xfrm>
            <a:off x="685800" y="2421550"/>
            <a:ext cx="5074500" cy="1159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sp>
        <p:nvSpPr>
          <p:cNvPr id="37" name="Google Shape;37;p3"/>
          <p:cNvSpPr txBox="1">
            <a:spLocks noGrp="1"/>
          </p:cNvSpPr>
          <p:nvPr>
            <p:ph type="subTitle" idx="1"/>
          </p:nvPr>
        </p:nvSpPr>
        <p:spPr>
          <a:xfrm>
            <a:off x="685800" y="3449654"/>
            <a:ext cx="5074500" cy="784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000"/>
              <a:buNone/>
              <a:defRPr>
                <a:solidFill>
                  <a:schemeClr val="lt1"/>
                </a:solidFill>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endParaRPr/>
          </a:p>
        </p:txBody>
      </p:sp>
      <p:sp>
        <p:nvSpPr>
          <p:cNvPr id="38" name="Google Shape;38;p3"/>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ote">
  <p:cSld name="TITLE_1_1">
    <p:spTree>
      <p:nvGrpSpPr>
        <p:cNvPr id="1" name="Shape 39"/>
        <p:cNvGrpSpPr/>
        <p:nvPr/>
      </p:nvGrpSpPr>
      <p:grpSpPr>
        <a:xfrm>
          <a:off x="0" y="0"/>
          <a:ext cx="0" cy="0"/>
          <a:chOff x="0" y="0"/>
          <a:chExt cx="0" cy="0"/>
        </a:xfrm>
      </p:grpSpPr>
      <p:sp>
        <p:nvSpPr>
          <p:cNvPr id="40" name="Google Shape;40;p4"/>
          <p:cNvSpPr txBox="1">
            <a:spLocks noGrp="1"/>
          </p:cNvSpPr>
          <p:nvPr>
            <p:ph type="body" idx="1"/>
          </p:nvPr>
        </p:nvSpPr>
        <p:spPr>
          <a:xfrm>
            <a:off x="2822775" y="2161800"/>
            <a:ext cx="3498300" cy="819900"/>
          </a:xfrm>
          <a:prstGeom prst="rect">
            <a:avLst/>
          </a:prstGeom>
        </p:spPr>
        <p:txBody>
          <a:bodyPr spcFirstLastPara="1" wrap="square" lIns="91425" tIns="91425" rIns="91425" bIns="91425" anchor="ctr" anchorCtr="0">
            <a:noAutofit/>
          </a:bodyPr>
          <a:lstStyle>
            <a:lvl1pPr marL="457200" lvl="0" indent="-381000" algn="ctr" rtl="0">
              <a:spcBef>
                <a:spcPts val="600"/>
              </a:spcBef>
              <a:spcAft>
                <a:spcPts val="0"/>
              </a:spcAft>
              <a:buClr>
                <a:schemeClr val="accent1"/>
              </a:buClr>
              <a:buSzPts val="2400"/>
              <a:buFont typeface="Oswald"/>
              <a:buChar char="»"/>
              <a:defRPr sz="2400">
                <a:solidFill>
                  <a:schemeClr val="accent1"/>
                </a:solidFill>
                <a:latin typeface="Oswald"/>
                <a:ea typeface="Oswald"/>
                <a:cs typeface="Oswald"/>
                <a:sym typeface="Oswald"/>
              </a:defRPr>
            </a:lvl1pPr>
            <a:lvl2pPr marL="914400" lvl="1" indent="-381000" algn="ctr" rtl="0">
              <a:spcBef>
                <a:spcPts val="0"/>
              </a:spcBef>
              <a:spcAft>
                <a:spcPts val="0"/>
              </a:spcAft>
              <a:buClr>
                <a:schemeClr val="accent1"/>
              </a:buClr>
              <a:buSzPts val="2400"/>
              <a:buFont typeface="Oswald"/>
              <a:buChar char="⋄"/>
              <a:defRPr sz="2400">
                <a:solidFill>
                  <a:schemeClr val="accent1"/>
                </a:solidFill>
                <a:latin typeface="Oswald"/>
                <a:ea typeface="Oswald"/>
                <a:cs typeface="Oswald"/>
                <a:sym typeface="Oswald"/>
              </a:defRPr>
            </a:lvl2pPr>
            <a:lvl3pPr marL="1371600" lvl="2" indent="-381000" algn="ctr" rtl="0">
              <a:spcBef>
                <a:spcPts val="0"/>
              </a:spcBef>
              <a:spcAft>
                <a:spcPts val="0"/>
              </a:spcAft>
              <a:buClr>
                <a:schemeClr val="accent1"/>
              </a:buClr>
              <a:buSzPts val="2400"/>
              <a:buFont typeface="Oswald"/>
              <a:buChar char="⋄"/>
              <a:defRPr sz="2400">
                <a:solidFill>
                  <a:schemeClr val="accent1"/>
                </a:solidFill>
                <a:latin typeface="Oswald"/>
                <a:ea typeface="Oswald"/>
                <a:cs typeface="Oswald"/>
                <a:sym typeface="Oswald"/>
              </a:defRPr>
            </a:lvl3pPr>
            <a:lvl4pPr marL="1828800" lvl="3" indent="-381000" algn="ctr" rtl="0">
              <a:spcBef>
                <a:spcPts val="0"/>
              </a:spcBef>
              <a:spcAft>
                <a:spcPts val="0"/>
              </a:spcAft>
              <a:buClr>
                <a:schemeClr val="accent1"/>
              </a:buClr>
              <a:buSzPts val="2400"/>
              <a:buFont typeface="Oswald"/>
              <a:buChar char="⋄"/>
              <a:defRPr sz="2400">
                <a:solidFill>
                  <a:schemeClr val="accent1"/>
                </a:solidFill>
                <a:latin typeface="Oswald"/>
                <a:ea typeface="Oswald"/>
                <a:cs typeface="Oswald"/>
                <a:sym typeface="Oswald"/>
              </a:defRPr>
            </a:lvl4pPr>
            <a:lvl5pPr marL="2286000" lvl="4" indent="-381000" algn="ctr" rtl="0">
              <a:spcBef>
                <a:spcPts val="0"/>
              </a:spcBef>
              <a:spcAft>
                <a:spcPts val="0"/>
              </a:spcAft>
              <a:buClr>
                <a:schemeClr val="accent1"/>
              </a:buClr>
              <a:buSzPts val="2400"/>
              <a:buFont typeface="Oswald"/>
              <a:buChar char="⋄"/>
              <a:defRPr sz="2400">
                <a:solidFill>
                  <a:schemeClr val="accent1"/>
                </a:solidFill>
                <a:latin typeface="Oswald"/>
                <a:ea typeface="Oswald"/>
                <a:cs typeface="Oswald"/>
                <a:sym typeface="Oswald"/>
              </a:defRPr>
            </a:lvl5pPr>
            <a:lvl6pPr marL="2743200" lvl="5" indent="-381000" algn="ctr" rtl="0">
              <a:spcBef>
                <a:spcPts val="0"/>
              </a:spcBef>
              <a:spcAft>
                <a:spcPts val="0"/>
              </a:spcAft>
              <a:buClr>
                <a:schemeClr val="accent1"/>
              </a:buClr>
              <a:buSzPts val="2400"/>
              <a:buFont typeface="Oswald"/>
              <a:buChar char="⋄"/>
              <a:defRPr sz="2400">
                <a:solidFill>
                  <a:schemeClr val="accent1"/>
                </a:solidFill>
                <a:latin typeface="Oswald"/>
                <a:ea typeface="Oswald"/>
                <a:cs typeface="Oswald"/>
                <a:sym typeface="Oswald"/>
              </a:defRPr>
            </a:lvl6pPr>
            <a:lvl7pPr marL="3200400" lvl="6" indent="-381000" algn="ctr" rtl="0">
              <a:spcBef>
                <a:spcPts val="0"/>
              </a:spcBef>
              <a:spcAft>
                <a:spcPts val="0"/>
              </a:spcAft>
              <a:buClr>
                <a:schemeClr val="accent1"/>
              </a:buClr>
              <a:buSzPts val="2400"/>
              <a:buFont typeface="Oswald"/>
              <a:buChar char="●"/>
              <a:defRPr sz="2400">
                <a:solidFill>
                  <a:schemeClr val="accent1"/>
                </a:solidFill>
                <a:latin typeface="Oswald"/>
                <a:ea typeface="Oswald"/>
                <a:cs typeface="Oswald"/>
                <a:sym typeface="Oswald"/>
              </a:defRPr>
            </a:lvl7pPr>
            <a:lvl8pPr marL="3657600" lvl="7" indent="-381000" algn="ctr" rtl="0">
              <a:spcBef>
                <a:spcPts val="0"/>
              </a:spcBef>
              <a:spcAft>
                <a:spcPts val="0"/>
              </a:spcAft>
              <a:buClr>
                <a:schemeClr val="accent1"/>
              </a:buClr>
              <a:buSzPts val="2400"/>
              <a:buFont typeface="Oswald"/>
              <a:buChar char="○"/>
              <a:defRPr sz="2400">
                <a:solidFill>
                  <a:schemeClr val="accent1"/>
                </a:solidFill>
                <a:latin typeface="Oswald"/>
                <a:ea typeface="Oswald"/>
                <a:cs typeface="Oswald"/>
                <a:sym typeface="Oswald"/>
              </a:defRPr>
            </a:lvl8pPr>
            <a:lvl9pPr marL="4114800" lvl="8" indent="-381000" algn="ctr">
              <a:spcBef>
                <a:spcPts val="0"/>
              </a:spcBef>
              <a:spcAft>
                <a:spcPts val="0"/>
              </a:spcAft>
              <a:buClr>
                <a:schemeClr val="accent1"/>
              </a:buClr>
              <a:buSzPts val="2400"/>
              <a:buFont typeface="Oswald"/>
              <a:buChar char="■"/>
              <a:defRPr sz="2400">
                <a:solidFill>
                  <a:schemeClr val="accent1"/>
                </a:solidFill>
                <a:latin typeface="Oswald"/>
                <a:ea typeface="Oswald"/>
                <a:cs typeface="Oswald"/>
                <a:sym typeface="Oswald"/>
              </a:defRPr>
            </a:lvl9pPr>
          </a:lstStyle>
          <a:p>
            <a:endParaRPr/>
          </a:p>
        </p:txBody>
      </p:sp>
      <p:grpSp>
        <p:nvGrpSpPr>
          <p:cNvPr id="41" name="Google Shape;41;p4"/>
          <p:cNvGrpSpPr/>
          <p:nvPr/>
        </p:nvGrpSpPr>
        <p:grpSpPr>
          <a:xfrm>
            <a:off x="5609666" y="2185857"/>
            <a:ext cx="3534604" cy="3432788"/>
            <a:chOff x="6172200" y="2656118"/>
            <a:chExt cx="2971754" cy="2886151"/>
          </a:xfrm>
        </p:grpSpPr>
        <p:sp>
          <p:nvSpPr>
            <p:cNvPr id="42" name="Google Shape;42;p4"/>
            <p:cNvSpPr/>
            <p:nvPr/>
          </p:nvSpPr>
          <p:spPr>
            <a:xfrm rot="9208626" flipH="1">
              <a:off x="6704904" y="4110434"/>
              <a:ext cx="484232" cy="1204006"/>
            </a:xfrm>
            <a:prstGeom prst="flowChartManualInpu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p:nvPr/>
          </p:nvSpPr>
          <p:spPr>
            <a:xfrm rot="9208633" flipH="1">
              <a:off x="7804300" y="3279013"/>
              <a:ext cx="877624" cy="2182136"/>
            </a:xfrm>
            <a:prstGeom prst="flowChartManualInpu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rot="9208606" flipH="1">
              <a:off x="7481789" y="4276913"/>
              <a:ext cx="408796" cy="1016449"/>
            </a:xfrm>
            <a:prstGeom prst="flowChartManualInpu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
            <p:cNvSpPr/>
            <p:nvPr/>
          </p:nvSpPr>
          <p:spPr>
            <a:xfrm rot="9208678" flipH="1">
              <a:off x="6287617" y="4657701"/>
              <a:ext cx="229660" cy="571018"/>
            </a:xfrm>
            <a:prstGeom prst="flowChartManualInpu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
            <p:cNvSpPr/>
            <p:nvPr/>
          </p:nvSpPr>
          <p:spPr>
            <a:xfrm>
              <a:off x="8289303" y="2656118"/>
              <a:ext cx="854651" cy="1929080"/>
            </a:xfrm>
            <a:custGeom>
              <a:avLst/>
              <a:gdLst/>
              <a:ahLst/>
              <a:cxnLst/>
              <a:rect l="l" t="t" r="r" b="b"/>
              <a:pathLst>
                <a:path w="37596" h="84860" extrusionOk="0">
                  <a:moveTo>
                    <a:pt x="19066" y="0"/>
                  </a:moveTo>
                  <a:lnTo>
                    <a:pt x="0" y="9130"/>
                  </a:lnTo>
                  <a:lnTo>
                    <a:pt x="37596" y="84860"/>
                  </a:lnTo>
                  <a:lnTo>
                    <a:pt x="37596" y="37328"/>
                  </a:lnTo>
                  <a:close/>
                </a:path>
              </a:pathLst>
            </a:custGeom>
            <a:solidFill>
              <a:schemeClr val="accent2"/>
            </a:solidFill>
            <a:ln>
              <a:noFill/>
            </a:ln>
          </p:spPr>
        </p:sp>
      </p:grpSp>
      <p:grpSp>
        <p:nvGrpSpPr>
          <p:cNvPr id="47" name="Google Shape;47;p4"/>
          <p:cNvGrpSpPr/>
          <p:nvPr/>
        </p:nvGrpSpPr>
        <p:grpSpPr>
          <a:xfrm>
            <a:off x="-22" y="-324543"/>
            <a:ext cx="3068579" cy="1910876"/>
            <a:chOff x="-32" y="-215963"/>
            <a:chExt cx="2163561" cy="1347300"/>
          </a:xfrm>
        </p:grpSpPr>
        <p:sp>
          <p:nvSpPr>
            <p:cNvPr id="48" name="Google Shape;48;p4"/>
            <p:cNvSpPr/>
            <p:nvPr/>
          </p:nvSpPr>
          <p:spPr>
            <a:xfrm rot="-1591408" flipH="1">
              <a:off x="1362169" y="-63166"/>
              <a:ext cx="205103" cy="509980"/>
            </a:xfrm>
            <a:prstGeom prst="flowChartManualInpu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rot="-1591371" flipH="1">
              <a:off x="239463" y="-151890"/>
              <a:ext cx="434754" cy="1080980"/>
            </a:xfrm>
            <a:prstGeom prst="flowChartManualInpu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rot="-1591339" flipH="1">
              <a:off x="892401" y="-169347"/>
              <a:ext cx="504374" cy="1254067"/>
            </a:xfrm>
            <a:prstGeom prst="flowChartManualInpu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rot="-1591322" flipH="1">
              <a:off x="1818452" y="-76292"/>
              <a:ext cx="229660" cy="571018"/>
            </a:xfrm>
            <a:prstGeom prst="flowChartManualInpu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rot="10800000">
              <a:off x="-32" y="70725"/>
              <a:ext cx="380284" cy="858147"/>
            </a:xfrm>
            <a:custGeom>
              <a:avLst/>
              <a:gdLst/>
              <a:ahLst/>
              <a:cxnLst/>
              <a:rect l="l" t="t" r="r" b="b"/>
              <a:pathLst>
                <a:path w="37596" h="84860" extrusionOk="0">
                  <a:moveTo>
                    <a:pt x="19066" y="0"/>
                  </a:moveTo>
                  <a:lnTo>
                    <a:pt x="0" y="9130"/>
                  </a:lnTo>
                  <a:lnTo>
                    <a:pt x="37596" y="84860"/>
                  </a:lnTo>
                  <a:lnTo>
                    <a:pt x="37596" y="37328"/>
                  </a:lnTo>
                  <a:close/>
                </a:path>
              </a:pathLst>
            </a:custGeom>
            <a:solidFill>
              <a:schemeClr val="accent3"/>
            </a:solidFill>
            <a:ln>
              <a:noFill/>
            </a:ln>
          </p:spPr>
        </p:sp>
      </p:grpSp>
      <p:sp>
        <p:nvSpPr>
          <p:cNvPr id="53" name="Google Shape;53;p4"/>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lvl1pPr lvl="0" algn="r" rtl="0">
              <a:buNone/>
              <a:defRPr sz="1300">
                <a:solidFill>
                  <a:srgbClr val="4BB5D9"/>
                </a:solidFill>
                <a:latin typeface="Roboto Condensed"/>
                <a:ea typeface="Roboto Condensed"/>
                <a:cs typeface="Roboto Condensed"/>
                <a:sym typeface="Roboto Condensed"/>
              </a:defRPr>
            </a:lvl1pPr>
            <a:lvl2pPr lvl="1" algn="r" rtl="0">
              <a:buNone/>
              <a:defRPr sz="1300">
                <a:solidFill>
                  <a:srgbClr val="4BB5D9"/>
                </a:solidFill>
                <a:latin typeface="Roboto Condensed"/>
                <a:ea typeface="Roboto Condensed"/>
                <a:cs typeface="Roboto Condensed"/>
                <a:sym typeface="Roboto Condensed"/>
              </a:defRPr>
            </a:lvl2pPr>
            <a:lvl3pPr lvl="2" algn="r" rtl="0">
              <a:buNone/>
              <a:defRPr sz="1300">
                <a:solidFill>
                  <a:srgbClr val="4BB5D9"/>
                </a:solidFill>
                <a:latin typeface="Roboto Condensed"/>
                <a:ea typeface="Roboto Condensed"/>
                <a:cs typeface="Roboto Condensed"/>
                <a:sym typeface="Roboto Condensed"/>
              </a:defRPr>
            </a:lvl3pPr>
            <a:lvl4pPr lvl="3" algn="r" rtl="0">
              <a:buNone/>
              <a:defRPr sz="1300">
                <a:solidFill>
                  <a:srgbClr val="4BB5D9"/>
                </a:solidFill>
                <a:latin typeface="Roboto Condensed"/>
                <a:ea typeface="Roboto Condensed"/>
                <a:cs typeface="Roboto Condensed"/>
                <a:sym typeface="Roboto Condensed"/>
              </a:defRPr>
            </a:lvl4pPr>
            <a:lvl5pPr lvl="4" algn="r" rtl="0">
              <a:buNone/>
              <a:defRPr sz="1300">
                <a:solidFill>
                  <a:srgbClr val="4BB5D9"/>
                </a:solidFill>
                <a:latin typeface="Roboto Condensed"/>
                <a:ea typeface="Roboto Condensed"/>
                <a:cs typeface="Roboto Condensed"/>
                <a:sym typeface="Roboto Condensed"/>
              </a:defRPr>
            </a:lvl5pPr>
            <a:lvl6pPr lvl="5" algn="r" rtl="0">
              <a:buNone/>
              <a:defRPr sz="1300">
                <a:solidFill>
                  <a:srgbClr val="4BB5D9"/>
                </a:solidFill>
                <a:latin typeface="Roboto Condensed"/>
                <a:ea typeface="Roboto Condensed"/>
                <a:cs typeface="Roboto Condensed"/>
                <a:sym typeface="Roboto Condensed"/>
              </a:defRPr>
            </a:lvl6pPr>
            <a:lvl7pPr lvl="6" algn="r" rtl="0">
              <a:buNone/>
              <a:defRPr sz="1300">
                <a:solidFill>
                  <a:srgbClr val="4BB5D9"/>
                </a:solidFill>
                <a:latin typeface="Roboto Condensed"/>
                <a:ea typeface="Roboto Condensed"/>
                <a:cs typeface="Roboto Condensed"/>
                <a:sym typeface="Roboto Condensed"/>
              </a:defRPr>
            </a:lvl7pPr>
            <a:lvl8pPr lvl="7" algn="r" rtl="0">
              <a:buNone/>
              <a:defRPr sz="1300">
                <a:solidFill>
                  <a:srgbClr val="4BB5D9"/>
                </a:solidFill>
                <a:latin typeface="Roboto Condensed"/>
                <a:ea typeface="Roboto Condensed"/>
                <a:cs typeface="Roboto Condensed"/>
                <a:sym typeface="Roboto Condensed"/>
              </a:defRPr>
            </a:lvl8pPr>
            <a:lvl9pPr lvl="8" algn="r" rtl="0">
              <a:buNone/>
              <a:defRPr sz="1300">
                <a:solidFill>
                  <a:srgbClr val="4BB5D9"/>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1 column" type="tx">
  <p:cSld name="TITLE_AND_BODY">
    <p:spTree>
      <p:nvGrpSpPr>
        <p:cNvPr id="1" name="Shape 54"/>
        <p:cNvGrpSpPr/>
        <p:nvPr/>
      </p:nvGrpSpPr>
      <p:grpSpPr>
        <a:xfrm>
          <a:off x="0" y="0"/>
          <a:ext cx="0" cy="0"/>
          <a:chOff x="0" y="0"/>
          <a:chExt cx="0" cy="0"/>
        </a:xfrm>
      </p:grpSpPr>
      <p:grpSp>
        <p:nvGrpSpPr>
          <p:cNvPr id="55" name="Google Shape;55;p5"/>
          <p:cNvGrpSpPr/>
          <p:nvPr/>
        </p:nvGrpSpPr>
        <p:grpSpPr>
          <a:xfrm>
            <a:off x="6172200" y="2656118"/>
            <a:ext cx="2971754" cy="2886151"/>
            <a:chOff x="6172200" y="2656118"/>
            <a:chExt cx="2971754" cy="2886151"/>
          </a:xfrm>
        </p:grpSpPr>
        <p:sp>
          <p:nvSpPr>
            <p:cNvPr id="56" name="Google Shape;56;p5"/>
            <p:cNvSpPr/>
            <p:nvPr/>
          </p:nvSpPr>
          <p:spPr>
            <a:xfrm rot="9208626" flipH="1">
              <a:off x="6704904" y="4110434"/>
              <a:ext cx="484232" cy="1204006"/>
            </a:xfrm>
            <a:prstGeom prst="flowChartManualInpu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rot="9208633" flipH="1">
              <a:off x="7804300" y="3279013"/>
              <a:ext cx="877624" cy="2182136"/>
            </a:xfrm>
            <a:prstGeom prst="flowChartManualInpu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rot="9208606" flipH="1">
              <a:off x="7481789" y="4276913"/>
              <a:ext cx="408796" cy="1016449"/>
            </a:xfrm>
            <a:prstGeom prst="flowChartManualInpu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rot="9208678" flipH="1">
              <a:off x="6287617" y="4657701"/>
              <a:ext cx="229660" cy="571018"/>
            </a:xfrm>
            <a:prstGeom prst="flowChartManualInpu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p:nvPr/>
          </p:nvSpPr>
          <p:spPr>
            <a:xfrm>
              <a:off x="8289303" y="2656118"/>
              <a:ext cx="854651" cy="1929080"/>
            </a:xfrm>
            <a:custGeom>
              <a:avLst/>
              <a:gdLst/>
              <a:ahLst/>
              <a:cxnLst/>
              <a:rect l="l" t="t" r="r" b="b"/>
              <a:pathLst>
                <a:path w="37596" h="84860" extrusionOk="0">
                  <a:moveTo>
                    <a:pt x="19066" y="0"/>
                  </a:moveTo>
                  <a:lnTo>
                    <a:pt x="0" y="9130"/>
                  </a:lnTo>
                  <a:lnTo>
                    <a:pt x="37596" y="84860"/>
                  </a:lnTo>
                  <a:lnTo>
                    <a:pt x="37596" y="37328"/>
                  </a:lnTo>
                  <a:close/>
                </a:path>
              </a:pathLst>
            </a:custGeom>
            <a:solidFill>
              <a:schemeClr val="accent1"/>
            </a:solidFill>
            <a:ln>
              <a:noFill/>
            </a:ln>
          </p:spPr>
        </p:sp>
      </p:grpSp>
      <p:grpSp>
        <p:nvGrpSpPr>
          <p:cNvPr id="61" name="Google Shape;61;p5"/>
          <p:cNvGrpSpPr/>
          <p:nvPr/>
        </p:nvGrpSpPr>
        <p:grpSpPr>
          <a:xfrm>
            <a:off x="-32" y="-228027"/>
            <a:ext cx="2163561" cy="1347300"/>
            <a:chOff x="-32" y="-215963"/>
            <a:chExt cx="2163561" cy="1347300"/>
          </a:xfrm>
        </p:grpSpPr>
        <p:sp>
          <p:nvSpPr>
            <p:cNvPr id="62" name="Google Shape;62;p5"/>
            <p:cNvSpPr/>
            <p:nvPr/>
          </p:nvSpPr>
          <p:spPr>
            <a:xfrm rot="-1591408" flipH="1">
              <a:off x="1362169" y="-63166"/>
              <a:ext cx="205103" cy="509980"/>
            </a:xfrm>
            <a:prstGeom prst="flowChartManualInpu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5"/>
            <p:cNvSpPr/>
            <p:nvPr/>
          </p:nvSpPr>
          <p:spPr>
            <a:xfrm rot="-1591371" flipH="1">
              <a:off x="239463" y="-151890"/>
              <a:ext cx="434754" cy="1080980"/>
            </a:xfrm>
            <a:prstGeom prst="flowChartManualInpu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5"/>
            <p:cNvSpPr/>
            <p:nvPr/>
          </p:nvSpPr>
          <p:spPr>
            <a:xfrm rot="-1591339" flipH="1">
              <a:off x="892401" y="-169347"/>
              <a:ext cx="504374" cy="1254067"/>
            </a:xfrm>
            <a:prstGeom prst="flowChartManualInpu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5"/>
            <p:cNvSpPr/>
            <p:nvPr/>
          </p:nvSpPr>
          <p:spPr>
            <a:xfrm rot="-1591322" flipH="1">
              <a:off x="1818452" y="-76292"/>
              <a:ext cx="229660" cy="571018"/>
            </a:xfrm>
            <a:prstGeom prst="flowChartManualInpu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5"/>
            <p:cNvSpPr/>
            <p:nvPr/>
          </p:nvSpPr>
          <p:spPr>
            <a:xfrm rot="10800000">
              <a:off x="-32" y="70725"/>
              <a:ext cx="380284" cy="858147"/>
            </a:xfrm>
            <a:custGeom>
              <a:avLst/>
              <a:gdLst/>
              <a:ahLst/>
              <a:cxnLst/>
              <a:rect l="l" t="t" r="r" b="b"/>
              <a:pathLst>
                <a:path w="37596" h="84860" extrusionOk="0">
                  <a:moveTo>
                    <a:pt x="19066" y="0"/>
                  </a:moveTo>
                  <a:lnTo>
                    <a:pt x="0" y="9130"/>
                  </a:lnTo>
                  <a:lnTo>
                    <a:pt x="37596" y="84860"/>
                  </a:lnTo>
                  <a:lnTo>
                    <a:pt x="37596" y="37328"/>
                  </a:lnTo>
                  <a:close/>
                </a:path>
              </a:pathLst>
            </a:custGeom>
            <a:solidFill>
              <a:schemeClr val="accent2"/>
            </a:solidFill>
            <a:ln>
              <a:noFill/>
            </a:ln>
          </p:spPr>
        </p:sp>
      </p:grpSp>
      <p:sp>
        <p:nvSpPr>
          <p:cNvPr id="67" name="Google Shape;67;p5"/>
          <p:cNvSpPr txBox="1">
            <a:spLocks noGrp="1"/>
          </p:cNvSpPr>
          <p:nvPr>
            <p:ph type="title"/>
          </p:nvPr>
        </p:nvSpPr>
        <p:spPr>
          <a:xfrm>
            <a:off x="1031425" y="1149725"/>
            <a:ext cx="5760300" cy="680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68" name="Google Shape;68;p5"/>
          <p:cNvSpPr txBox="1">
            <a:spLocks noGrp="1"/>
          </p:cNvSpPr>
          <p:nvPr>
            <p:ph type="body" idx="1"/>
          </p:nvPr>
        </p:nvSpPr>
        <p:spPr>
          <a:xfrm>
            <a:off x="1031425" y="1777125"/>
            <a:ext cx="5760300" cy="2521200"/>
          </a:xfrm>
          <a:prstGeom prst="rect">
            <a:avLst/>
          </a:prstGeom>
        </p:spPr>
        <p:txBody>
          <a:bodyPr spcFirstLastPara="1" wrap="square" lIns="91425" tIns="91425" rIns="91425" bIns="91425" anchor="t" anchorCtr="0">
            <a:noAutofit/>
          </a:bodyPr>
          <a:lstStyle>
            <a:lvl1pPr marL="457200" lvl="0" indent="-355600">
              <a:spcBef>
                <a:spcPts val="600"/>
              </a:spcBef>
              <a:spcAft>
                <a:spcPts val="0"/>
              </a:spcAft>
              <a:buSzPts val="2000"/>
              <a:buChar char="»"/>
              <a:defRPr/>
            </a:lvl1pPr>
            <a:lvl2pPr marL="914400" lvl="1" indent="-355600">
              <a:spcBef>
                <a:spcPts val="0"/>
              </a:spcBef>
              <a:spcAft>
                <a:spcPts val="0"/>
              </a:spcAft>
              <a:buSzPts val="2000"/>
              <a:buChar char="⋄"/>
              <a:defRPr/>
            </a:lvl2pPr>
            <a:lvl3pPr marL="1371600" lvl="2" indent="-355600">
              <a:spcBef>
                <a:spcPts val="0"/>
              </a:spcBef>
              <a:spcAft>
                <a:spcPts val="0"/>
              </a:spcAft>
              <a:buSzPts val="2000"/>
              <a:buChar char="⋄"/>
              <a:defRPr/>
            </a:lvl3pPr>
            <a:lvl4pPr marL="1828800" lvl="3" indent="-355600">
              <a:spcBef>
                <a:spcPts val="0"/>
              </a:spcBef>
              <a:spcAft>
                <a:spcPts val="0"/>
              </a:spcAft>
              <a:buSzPts val="2000"/>
              <a:buChar char="⋄"/>
              <a:defRPr/>
            </a:lvl4pPr>
            <a:lvl5pPr marL="2286000" lvl="4" indent="-355600">
              <a:spcBef>
                <a:spcPts val="0"/>
              </a:spcBef>
              <a:spcAft>
                <a:spcPts val="0"/>
              </a:spcAft>
              <a:buSzPts val="2000"/>
              <a:buChar char="⋄"/>
              <a:defRPr/>
            </a:lvl5pPr>
            <a:lvl6pPr marL="2743200" lvl="5" indent="-355600">
              <a:spcBef>
                <a:spcPts val="0"/>
              </a:spcBef>
              <a:spcAft>
                <a:spcPts val="0"/>
              </a:spcAft>
              <a:buSzPts val="2000"/>
              <a:buChar char="⋄"/>
              <a:defRPr/>
            </a:lvl6pPr>
            <a:lvl7pPr marL="3200400" lvl="6" indent="-355600">
              <a:spcBef>
                <a:spcPts val="0"/>
              </a:spcBef>
              <a:spcAft>
                <a:spcPts val="0"/>
              </a:spcAft>
              <a:buSzPts val="2000"/>
              <a:buChar char="●"/>
              <a:defRPr/>
            </a:lvl7pPr>
            <a:lvl8pPr marL="3657600" lvl="7" indent="-355600">
              <a:spcBef>
                <a:spcPts val="0"/>
              </a:spcBef>
              <a:spcAft>
                <a:spcPts val="0"/>
              </a:spcAft>
              <a:buSzPts val="2000"/>
              <a:buChar char="○"/>
              <a:defRPr/>
            </a:lvl8pPr>
            <a:lvl9pPr marL="4114800" lvl="8" indent="-355600">
              <a:spcBef>
                <a:spcPts val="0"/>
              </a:spcBef>
              <a:spcAft>
                <a:spcPts val="0"/>
              </a:spcAft>
              <a:buSzPts val="2000"/>
              <a:buChar char="■"/>
              <a:defRPr/>
            </a:lvl9pPr>
          </a:lstStyle>
          <a:p>
            <a:endParaRPr/>
          </a:p>
        </p:txBody>
      </p:sp>
      <p:sp>
        <p:nvSpPr>
          <p:cNvPr id="69" name="Google Shape;69;p5"/>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spTree>
      <p:nvGrpSpPr>
        <p:cNvPr id="1" name="Shape 70"/>
        <p:cNvGrpSpPr/>
        <p:nvPr/>
      </p:nvGrpSpPr>
      <p:grpSpPr>
        <a:xfrm>
          <a:off x="0" y="0"/>
          <a:ext cx="0" cy="0"/>
          <a:chOff x="0" y="0"/>
          <a:chExt cx="0" cy="0"/>
        </a:xfrm>
      </p:grpSpPr>
      <p:sp>
        <p:nvSpPr>
          <p:cNvPr id="71" name="Google Shape;71;p6"/>
          <p:cNvSpPr txBox="1">
            <a:spLocks noGrp="1"/>
          </p:cNvSpPr>
          <p:nvPr>
            <p:ph type="title"/>
          </p:nvPr>
        </p:nvSpPr>
        <p:spPr>
          <a:xfrm>
            <a:off x="1031425" y="1149725"/>
            <a:ext cx="5760300" cy="680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2" name="Google Shape;72;p6"/>
          <p:cNvSpPr txBox="1">
            <a:spLocks noGrp="1"/>
          </p:cNvSpPr>
          <p:nvPr>
            <p:ph type="body" idx="1"/>
          </p:nvPr>
        </p:nvSpPr>
        <p:spPr>
          <a:xfrm>
            <a:off x="1031425" y="1860875"/>
            <a:ext cx="2796000" cy="30648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73" name="Google Shape;73;p6"/>
          <p:cNvSpPr txBox="1">
            <a:spLocks noGrp="1"/>
          </p:cNvSpPr>
          <p:nvPr>
            <p:ph type="body" idx="2"/>
          </p:nvPr>
        </p:nvSpPr>
        <p:spPr>
          <a:xfrm>
            <a:off x="3995772" y="1860875"/>
            <a:ext cx="2796000" cy="3064800"/>
          </a:xfrm>
          <a:prstGeom prst="rect">
            <a:avLst/>
          </a:prstGeom>
        </p:spPr>
        <p:txBody>
          <a:bodyPr spcFirstLastPara="1" wrap="square" lIns="91425" tIns="91425" rIns="91425" bIns="91425" anchor="t" anchorCtr="0">
            <a:noAutofit/>
          </a:bodyPr>
          <a:lstStyle>
            <a:lvl1pPr marL="457200" lvl="0" indent="-342900">
              <a:spcBef>
                <a:spcPts val="600"/>
              </a:spcBef>
              <a:spcAft>
                <a:spcPts val="0"/>
              </a:spcAft>
              <a:buSzPts val="1800"/>
              <a:buChar char="»"/>
              <a:defRPr sz="1800"/>
            </a:lvl1pPr>
            <a:lvl2pPr marL="914400" lvl="1" indent="-342900">
              <a:spcBef>
                <a:spcPts val="0"/>
              </a:spcBef>
              <a:spcAft>
                <a:spcPts val="0"/>
              </a:spcAft>
              <a:buSzPts val="1800"/>
              <a:buChar char="⋄"/>
              <a:defRPr sz="1800"/>
            </a:lvl2pPr>
            <a:lvl3pPr marL="1371600" lvl="2" indent="-342900">
              <a:spcBef>
                <a:spcPts val="0"/>
              </a:spcBef>
              <a:spcAft>
                <a:spcPts val="0"/>
              </a:spcAft>
              <a:buSzPts val="1800"/>
              <a:buChar char="⋄"/>
              <a:defRPr sz="1800"/>
            </a:lvl3pPr>
            <a:lvl4pPr marL="1828800" lvl="3" indent="-342900">
              <a:spcBef>
                <a:spcPts val="0"/>
              </a:spcBef>
              <a:spcAft>
                <a:spcPts val="0"/>
              </a:spcAft>
              <a:buSzPts val="1800"/>
              <a:buChar char="⋄"/>
              <a:defRPr sz="1800"/>
            </a:lvl4pPr>
            <a:lvl5pPr marL="2286000" lvl="4" indent="-342900">
              <a:spcBef>
                <a:spcPts val="0"/>
              </a:spcBef>
              <a:spcAft>
                <a:spcPts val="0"/>
              </a:spcAft>
              <a:buSzPts val="1800"/>
              <a:buChar char="⋄"/>
              <a:defRPr sz="1800"/>
            </a:lvl5pPr>
            <a:lvl6pPr marL="2743200" lvl="5" indent="-342900">
              <a:spcBef>
                <a:spcPts val="0"/>
              </a:spcBef>
              <a:spcAft>
                <a:spcPts val="0"/>
              </a:spcAft>
              <a:buSzPts val="1800"/>
              <a:buChar char="⋄"/>
              <a:defRPr sz="1800"/>
            </a:lvl6pPr>
            <a:lvl7pPr marL="3200400" lvl="6" indent="-342900">
              <a:spcBef>
                <a:spcPts val="0"/>
              </a:spcBef>
              <a:spcAft>
                <a:spcPts val="0"/>
              </a:spcAft>
              <a:buSzPts val="1800"/>
              <a:buChar char="●"/>
              <a:defRPr sz="1800"/>
            </a:lvl7pPr>
            <a:lvl8pPr marL="3657600" lvl="7" indent="-342900">
              <a:spcBef>
                <a:spcPts val="0"/>
              </a:spcBef>
              <a:spcAft>
                <a:spcPts val="0"/>
              </a:spcAft>
              <a:buSzPts val="1800"/>
              <a:buChar char="○"/>
              <a:defRPr sz="1800"/>
            </a:lvl8pPr>
            <a:lvl9pPr marL="4114800" lvl="8" indent="-342900">
              <a:spcBef>
                <a:spcPts val="0"/>
              </a:spcBef>
              <a:spcAft>
                <a:spcPts val="0"/>
              </a:spcAft>
              <a:buSzPts val="1800"/>
              <a:buChar char="■"/>
              <a:defRPr sz="1800"/>
            </a:lvl9pPr>
          </a:lstStyle>
          <a:p>
            <a:endParaRPr/>
          </a:p>
        </p:txBody>
      </p:sp>
      <p:sp>
        <p:nvSpPr>
          <p:cNvPr id="74" name="Google Shape;74;p6"/>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grpSp>
        <p:nvGrpSpPr>
          <p:cNvPr id="75" name="Google Shape;75;p6"/>
          <p:cNvGrpSpPr/>
          <p:nvPr/>
        </p:nvGrpSpPr>
        <p:grpSpPr>
          <a:xfrm>
            <a:off x="6172200" y="2656118"/>
            <a:ext cx="2971754" cy="2886151"/>
            <a:chOff x="6172200" y="2656118"/>
            <a:chExt cx="2971754" cy="2886151"/>
          </a:xfrm>
        </p:grpSpPr>
        <p:sp>
          <p:nvSpPr>
            <p:cNvPr id="76" name="Google Shape;76;p6"/>
            <p:cNvSpPr/>
            <p:nvPr/>
          </p:nvSpPr>
          <p:spPr>
            <a:xfrm rot="9208626" flipH="1">
              <a:off x="6704904" y="4110434"/>
              <a:ext cx="484232" cy="1204006"/>
            </a:xfrm>
            <a:prstGeom prst="flowChartManualInpu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6"/>
            <p:cNvSpPr/>
            <p:nvPr/>
          </p:nvSpPr>
          <p:spPr>
            <a:xfrm rot="9208633" flipH="1">
              <a:off x="7804300" y="3279013"/>
              <a:ext cx="877624" cy="2182136"/>
            </a:xfrm>
            <a:prstGeom prst="flowChartManualInpu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6"/>
            <p:cNvSpPr/>
            <p:nvPr/>
          </p:nvSpPr>
          <p:spPr>
            <a:xfrm rot="9208606" flipH="1">
              <a:off x="7481789" y="4276913"/>
              <a:ext cx="408796" cy="1016449"/>
            </a:xfrm>
            <a:prstGeom prst="flowChartManualInpu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6"/>
            <p:cNvSpPr/>
            <p:nvPr/>
          </p:nvSpPr>
          <p:spPr>
            <a:xfrm rot="9208678" flipH="1">
              <a:off x="6287617" y="4657701"/>
              <a:ext cx="229660" cy="571018"/>
            </a:xfrm>
            <a:prstGeom prst="flowChartManualInpu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6"/>
            <p:cNvSpPr/>
            <p:nvPr/>
          </p:nvSpPr>
          <p:spPr>
            <a:xfrm>
              <a:off x="8289303" y="2656118"/>
              <a:ext cx="854651" cy="1929080"/>
            </a:xfrm>
            <a:custGeom>
              <a:avLst/>
              <a:gdLst/>
              <a:ahLst/>
              <a:cxnLst/>
              <a:rect l="l" t="t" r="r" b="b"/>
              <a:pathLst>
                <a:path w="37596" h="84860" extrusionOk="0">
                  <a:moveTo>
                    <a:pt x="19066" y="0"/>
                  </a:moveTo>
                  <a:lnTo>
                    <a:pt x="0" y="9130"/>
                  </a:lnTo>
                  <a:lnTo>
                    <a:pt x="37596" y="84860"/>
                  </a:lnTo>
                  <a:lnTo>
                    <a:pt x="37596" y="37328"/>
                  </a:lnTo>
                  <a:close/>
                </a:path>
              </a:pathLst>
            </a:custGeom>
            <a:solidFill>
              <a:schemeClr val="accent1"/>
            </a:solidFill>
            <a:ln>
              <a:noFill/>
            </a:ln>
          </p:spPr>
        </p:sp>
      </p:grpSp>
      <p:grpSp>
        <p:nvGrpSpPr>
          <p:cNvPr id="81" name="Google Shape;81;p6"/>
          <p:cNvGrpSpPr/>
          <p:nvPr/>
        </p:nvGrpSpPr>
        <p:grpSpPr>
          <a:xfrm>
            <a:off x="-32" y="-228027"/>
            <a:ext cx="2163561" cy="1347300"/>
            <a:chOff x="-32" y="-215963"/>
            <a:chExt cx="2163561" cy="1347300"/>
          </a:xfrm>
        </p:grpSpPr>
        <p:sp>
          <p:nvSpPr>
            <p:cNvPr id="82" name="Google Shape;82;p6"/>
            <p:cNvSpPr/>
            <p:nvPr/>
          </p:nvSpPr>
          <p:spPr>
            <a:xfrm rot="-1591408" flipH="1">
              <a:off x="1362169" y="-63166"/>
              <a:ext cx="205103" cy="509980"/>
            </a:xfrm>
            <a:prstGeom prst="flowChartManualInpu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6"/>
            <p:cNvSpPr/>
            <p:nvPr/>
          </p:nvSpPr>
          <p:spPr>
            <a:xfrm rot="-1591371" flipH="1">
              <a:off x="239463" y="-151890"/>
              <a:ext cx="434754" cy="1080980"/>
            </a:xfrm>
            <a:prstGeom prst="flowChartManualInpu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6"/>
            <p:cNvSpPr/>
            <p:nvPr/>
          </p:nvSpPr>
          <p:spPr>
            <a:xfrm rot="-1591339" flipH="1">
              <a:off x="892401" y="-169347"/>
              <a:ext cx="504374" cy="1254067"/>
            </a:xfrm>
            <a:prstGeom prst="flowChartManualInpu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6"/>
            <p:cNvSpPr/>
            <p:nvPr/>
          </p:nvSpPr>
          <p:spPr>
            <a:xfrm rot="-1591322" flipH="1">
              <a:off x="1818452" y="-76292"/>
              <a:ext cx="229660" cy="571018"/>
            </a:xfrm>
            <a:prstGeom prst="flowChartManualInpu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6"/>
            <p:cNvSpPr/>
            <p:nvPr/>
          </p:nvSpPr>
          <p:spPr>
            <a:xfrm rot="10800000">
              <a:off x="-32" y="70725"/>
              <a:ext cx="380284" cy="858147"/>
            </a:xfrm>
            <a:custGeom>
              <a:avLst/>
              <a:gdLst/>
              <a:ahLst/>
              <a:cxnLst/>
              <a:rect l="l" t="t" r="r" b="b"/>
              <a:pathLst>
                <a:path w="37596" h="84860" extrusionOk="0">
                  <a:moveTo>
                    <a:pt x="19066" y="0"/>
                  </a:moveTo>
                  <a:lnTo>
                    <a:pt x="0" y="9130"/>
                  </a:lnTo>
                  <a:lnTo>
                    <a:pt x="37596" y="84860"/>
                  </a:lnTo>
                  <a:lnTo>
                    <a:pt x="37596" y="37328"/>
                  </a:lnTo>
                  <a:close/>
                </a:path>
              </a:pathLst>
            </a:custGeom>
            <a:solidFill>
              <a:schemeClr val="accent2"/>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spTree>
      <p:nvGrpSpPr>
        <p:cNvPr id="1" name="Shape 87"/>
        <p:cNvGrpSpPr/>
        <p:nvPr/>
      </p:nvGrpSpPr>
      <p:grpSpPr>
        <a:xfrm>
          <a:off x="0" y="0"/>
          <a:ext cx="0" cy="0"/>
          <a:chOff x="0" y="0"/>
          <a:chExt cx="0" cy="0"/>
        </a:xfrm>
      </p:grpSpPr>
      <p:grpSp>
        <p:nvGrpSpPr>
          <p:cNvPr id="88" name="Google Shape;88;p7"/>
          <p:cNvGrpSpPr/>
          <p:nvPr/>
        </p:nvGrpSpPr>
        <p:grpSpPr>
          <a:xfrm>
            <a:off x="6172200" y="2656118"/>
            <a:ext cx="2971754" cy="2886151"/>
            <a:chOff x="6172200" y="2656118"/>
            <a:chExt cx="2971754" cy="2886151"/>
          </a:xfrm>
        </p:grpSpPr>
        <p:sp>
          <p:nvSpPr>
            <p:cNvPr id="89" name="Google Shape;89;p7"/>
            <p:cNvSpPr/>
            <p:nvPr/>
          </p:nvSpPr>
          <p:spPr>
            <a:xfrm rot="9208626" flipH="1">
              <a:off x="6704904" y="4110434"/>
              <a:ext cx="484232" cy="1204006"/>
            </a:xfrm>
            <a:prstGeom prst="flowChartManualInpu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7"/>
            <p:cNvSpPr/>
            <p:nvPr/>
          </p:nvSpPr>
          <p:spPr>
            <a:xfrm rot="9208633" flipH="1">
              <a:off x="7804300" y="3279013"/>
              <a:ext cx="877624" cy="2182136"/>
            </a:xfrm>
            <a:prstGeom prst="flowChartManualInpu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7"/>
            <p:cNvSpPr/>
            <p:nvPr/>
          </p:nvSpPr>
          <p:spPr>
            <a:xfrm rot="9208606" flipH="1">
              <a:off x="7481789" y="4276913"/>
              <a:ext cx="408796" cy="1016449"/>
            </a:xfrm>
            <a:prstGeom prst="flowChartManualInpu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7"/>
            <p:cNvSpPr/>
            <p:nvPr/>
          </p:nvSpPr>
          <p:spPr>
            <a:xfrm rot="9208678" flipH="1">
              <a:off x="6287617" y="4657701"/>
              <a:ext cx="229660" cy="571018"/>
            </a:xfrm>
            <a:prstGeom prst="flowChartManualInpu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7"/>
            <p:cNvSpPr/>
            <p:nvPr/>
          </p:nvSpPr>
          <p:spPr>
            <a:xfrm>
              <a:off x="8289303" y="2656118"/>
              <a:ext cx="854651" cy="1929080"/>
            </a:xfrm>
            <a:custGeom>
              <a:avLst/>
              <a:gdLst/>
              <a:ahLst/>
              <a:cxnLst/>
              <a:rect l="l" t="t" r="r" b="b"/>
              <a:pathLst>
                <a:path w="37596" h="84860" extrusionOk="0">
                  <a:moveTo>
                    <a:pt x="19066" y="0"/>
                  </a:moveTo>
                  <a:lnTo>
                    <a:pt x="0" y="9130"/>
                  </a:lnTo>
                  <a:lnTo>
                    <a:pt x="37596" y="84860"/>
                  </a:lnTo>
                  <a:lnTo>
                    <a:pt x="37596" y="37328"/>
                  </a:lnTo>
                  <a:close/>
                </a:path>
              </a:pathLst>
            </a:custGeom>
            <a:solidFill>
              <a:schemeClr val="accent1"/>
            </a:solidFill>
            <a:ln>
              <a:noFill/>
            </a:ln>
          </p:spPr>
        </p:sp>
      </p:grpSp>
      <p:grpSp>
        <p:nvGrpSpPr>
          <p:cNvPr id="94" name="Google Shape;94;p7"/>
          <p:cNvGrpSpPr/>
          <p:nvPr/>
        </p:nvGrpSpPr>
        <p:grpSpPr>
          <a:xfrm>
            <a:off x="-32" y="-228027"/>
            <a:ext cx="2163561" cy="1347300"/>
            <a:chOff x="-32" y="-215963"/>
            <a:chExt cx="2163561" cy="1347300"/>
          </a:xfrm>
        </p:grpSpPr>
        <p:sp>
          <p:nvSpPr>
            <p:cNvPr id="95" name="Google Shape;95;p7"/>
            <p:cNvSpPr/>
            <p:nvPr/>
          </p:nvSpPr>
          <p:spPr>
            <a:xfrm rot="-1591408" flipH="1">
              <a:off x="1362169" y="-63166"/>
              <a:ext cx="205103" cy="509980"/>
            </a:xfrm>
            <a:prstGeom prst="flowChartManualInpu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7"/>
            <p:cNvSpPr/>
            <p:nvPr/>
          </p:nvSpPr>
          <p:spPr>
            <a:xfrm rot="-1591371" flipH="1">
              <a:off x="239463" y="-151890"/>
              <a:ext cx="434754" cy="1080980"/>
            </a:xfrm>
            <a:prstGeom prst="flowChartManualInpu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7"/>
            <p:cNvSpPr/>
            <p:nvPr/>
          </p:nvSpPr>
          <p:spPr>
            <a:xfrm rot="-1591339" flipH="1">
              <a:off x="892401" y="-169347"/>
              <a:ext cx="504374" cy="1254067"/>
            </a:xfrm>
            <a:prstGeom prst="flowChartManualInpu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7"/>
            <p:cNvSpPr/>
            <p:nvPr/>
          </p:nvSpPr>
          <p:spPr>
            <a:xfrm rot="-1591322" flipH="1">
              <a:off x="1818452" y="-76292"/>
              <a:ext cx="229660" cy="571018"/>
            </a:xfrm>
            <a:prstGeom prst="flowChartManualInpu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7"/>
            <p:cNvSpPr/>
            <p:nvPr/>
          </p:nvSpPr>
          <p:spPr>
            <a:xfrm rot="10800000">
              <a:off x="-32" y="70725"/>
              <a:ext cx="380284" cy="858147"/>
            </a:xfrm>
            <a:custGeom>
              <a:avLst/>
              <a:gdLst/>
              <a:ahLst/>
              <a:cxnLst/>
              <a:rect l="l" t="t" r="r" b="b"/>
              <a:pathLst>
                <a:path w="37596" h="84860" extrusionOk="0">
                  <a:moveTo>
                    <a:pt x="19066" y="0"/>
                  </a:moveTo>
                  <a:lnTo>
                    <a:pt x="0" y="9130"/>
                  </a:lnTo>
                  <a:lnTo>
                    <a:pt x="37596" y="84860"/>
                  </a:lnTo>
                  <a:lnTo>
                    <a:pt x="37596" y="37328"/>
                  </a:lnTo>
                  <a:close/>
                </a:path>
              </a:pathLst>
            </a:custGeom>
            <a:solidFill>
              <a:schemeClr val="accent2"/>
            </a:solidFill>
            <a:ln>
              <a:noFill/>
            </a:ln>
          </p:spPr>
        </p:sp>
      </p:grpSp>
      <p:sp>
        <p:nvSpPr>
          <p:cNvPr id="100" name="Google Shape;100;p7"/>
          <p:cNvSpPr txBox="1">
            <a:spLocks noGrp="1"/>
          </p:cNvSpPr>
          <p:nvPr>
            <p:ph type="title"/>
          </p:nvPr>
        </p:nvSpPr>
        <p:spPr>
          <a:xfrm>
            <a:off x="1031425" y="1149725"/>
            <a:ext cx="6321000" cy="680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01" name="Google Shape;101;p7"/>
          <p:cNvSpPr txBox="1">
            <a:spLocks noGrp="1"/>
          </p:cNvSpPr>
          <p:nvPr>
            <p:ph type="body" idx="1"/>
          </p:nvPr>
        </p:nvSpPr>
        <p:spPr>
          <a:xfrm>
            <a:off x="1031425" y="1830425"/>
            <a:ext cx="2037600" cy="3095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102" name="Google Shape;102;p7"/>
          <p:cNvSpPr txBox="1">
            <a:spLocks noGrp="1"/>
          </p:cNvSpPr>
          <p:nvPr>
            <p:ph type="body" idx="2"/>
          </p:nvPr>
        </p:nvSpPr>
        <p:spPr>
          <a:xfrm>
            <a:off x="3173275" y="1830425"/>
            <a:ext cx="2037600" cy="3095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103" name="Google Shape;103;p7"/>
          <p:cNvSpPr txBox="1">
            <a:spLocks noGrp="1"/>
          </p:cNvSpPr>
          <p:nvPr>
            <p:ph type="body" idx="3"/>
          </p:nvPr>
        </p:nvSpPr>
        <p:spPr>
          <a:xfrm>
            <a:off x="5315125" y="1830425"/>
            <a:ext cx="2037600" cy="3095400"/>
          </a:xfrm>
          <a:prstGeom prst="rect">
            <a:avLst/>
          </a:prstGeom>
        </p:spPr>
        <p:txBody>
          <a:bodyPr spcFirstLastPara="1" wrap="square" lIns="91425" tIns="91425" rIns="91425" bIns="91425" anchor="t" anchorCtr="0">
            <a:noAutofit/>
          </a:bodyPr>
          <a:lstStyle>
            <a:lvl1pPr marL="457200" lvl="0" indent="-330200" rtl="0">
              <a:spcBef>
                <a:spcPts val="600"/>
              </a:spcBef>
              <a:spcAft>
                <a:spcPts val="0"/>
              </a:spcAft>
              <a:buSzPts val="1600"/>
              <a:buChar char="»"/>
              <a:defRPr sz="1600"/>
            </a:lvl1pPr>
            <a:lvl2pPr marL="914400" lvl="1" indent="-330200" rtl="0">
              <a:spcBef>
                <a:spcPts val="0"/>
              </a:spcBef>
              <a:spcAft>
                <a:spcPts val="0"/>
              </a:spcAft>
              <a:buSzPts val="1600"/>
              <a:buChar char="⋄"/>
              <a:defRPr sz="1600"/>
            </a:lvl2pPr>
            <a:lvl3pPr marL="1371600" lvl="2" indent="-330200" rtl="0">
              <a:spcBef>
                <a:spcPts val="0"/>
              </a:spcBef>
              <a:spcAft>
                <a:spcPts val="0"/>
              </a:spcAft>
              <a:buSzPts val="1600"/>
              <a:buChar char="⋄"/>
              <a:defRPr sz="1600"/>
            </a:lvl3pPr>
            <a:lvl4pPr marL="1828800" lvl="3" indent="-330200" rtl="0">
              <a:spcBef>
                <a:spcPts val="0"/>
              </a:spcBef>
              <a:spcAft>
                <a:spcPts val="0"/>
              </a:spcAft>
              <a:buSzPts val="1600"/>
              <a:buChar char="⋄"/>
              <a:defRPr sz="1600"/>
            </a:lvl4pPr>
            <a:lvl5pPr marL="2286000" lvl="4" indent="-330200" rtl="0">
              <a:spcBef>
                <a:spcPts val="0"/>
              </a:spcBef>
              <a:spcAft>
                <a:spcPts val="0"/>
              </a:spcAft>
              <a:buSzPts val="1600"/>
              <a:buChar char="⋄"/>
              <a:defRPr sz="1600"/>
            </a:lvl5pPr>
            <a:lvl6pPr marL="2743200" lvl="5" indent="-330200" rtl="0">
              <a:spcBef>
                <a:spcPts val="0"/>
              </a:spcBef>
              <a:spcAft>
                <a:spcPts val="0"/>
              </a:spcAft>
              <a:buSzPts val="1600"/>
              <a:buChar char="⋄"/>
              <a:defRPr sz="1600"/>
            </a:lvl6pPr>
            <a:lvl7pPr marL="3200400" lvl="6" indent="-330200" rtl="0">
              <a:spcBef>
                <a:spcPts val="0"/>
              </a:spcBef>
              <a:spcAft>
                <a:spcPts val="0"/>
              </a:spcAft>
              <a:buSzPts val="1600"/>
              <a:buChar char="●"/>
              <a:defRPr sz="1600"/>
            </a:lvl7pPr>
            <a:lvl8pPr marL="3657600" lvl="7" indent="-330200" rtl="0">
              <a:spcBef>
                <a:spcPts val="0"/>
              </a:spcBef>
              <a:spcAft>
                <a:spcPts val="0"/>
              </a:spcAft>
              <a:buSzPts val="1600"/>
              <a:buChar char="○"/>
              <a:defRPr sz="1600"/>
            </a:lvl8pPr>
            <a:lvl9pPr marL="4114800" lvl="8" indent="-330200" rtl="0">
              <a:spcBef>
                <a:spcPts val="0"/>
              </a:spcBef>
              <a:spcAft>
                <a:spcPts val="0"/>
              </a:spcAft>
              <a:buSzPts val="1600"/>
              <a:buChar char="■"/>
              <a:defRPr sz="1600"/>
            </a:lvl9pPr>
          </a:lstStyle>
          <a:p>
            <a:endParaRPr/>
          </a:p>
        </p:txBody>
      </p:sp>
      <p:sp>
        <p:nvSpPr>
          <p:cNvPr id="104" name="Google Shape;104;p7"/>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20"/>
        <p:cNvGrpSpPr/>
        <p:nvPr/>
      </p:nvGrpSpPr>
      <p:grpSpPr>
        <a:xfrm>
          <a:off x="0" y="0"/>
          <a:ext cx="0" cy="0"/>
          <a:chOff x="0" y="0"/>
          <a:chExt cx="0" cy="0"/>
        </a:xfrm>
      </p:grpSpPr>
      <p:grpSp>
        <p:nvGrpSpPr>
          <p:cNvPr id="121" name="Google Shape;121;p9"/>
          <p:cNvGrpSpPr/>
          <p:nvPr/>
        </p:nvGrpSpPr>
        <p:grpSpPr>
          <a:xfrm>
            <a:off x="6172200" y="2656118"/>
            <a:ext cx="2971754" cy="2886151"/>
            <a:chOff x="6172200" y="2656118"/>
            <a:chExt cx="2971754" cy="2886151"/>
          </a:xfrm>
        </p:grpSpPr>
        <p:sp>
          <p:nvSpPr>
            <p:cNvPr id="122" name="Google Shape;122;p9"/>
            <p:cNvSpPr/>
            <p:nvPr/>
          </p:nvSpPr>
          <p:spPr>
            <a:xfrm rot="9208626" flipH="1">
              <a:off x="6704904" y="4110434"/>
              <a:ext cx="484232" cy="1204006"/>
            </a:xfrm>
            <a:prstGeom prst="flowChartManualInpu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9"/>
            <p:cNvSpPr/>
            <p:nvPr/>
          </p:nvSpPr>
          <p:spPr>
            <a:xfrm rot="9208633" flipH="1">
              <a:off x="7804300" y="3279013"/>
              <a:ext cx="877624" cy="2182136"/>
            </a:xfrm>
            <a:prstGeom prst="flowChartManualInpu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9"/>
            <p:cNvSpPr/>
            <p:nvPr/>
          </p:nvSpPr>
          <p:spPr>
            <a:xfrm rot="9208606" flipH="1">
              <a:off x="7481789" y="4276913"/>
              <a:ext cx="408796" cy="1016449"/>
            </a:xfrm>
            <a:prstGeom prst="flowChartManualInpu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9"/>
            <p:cNvSpPr/>
            <p:nvPr/>
          </p:nvSpPr>
          <p:spPr>
            <a:xfrm rot="9208678" flipH="1">
              <a:off x="6287617" y="4657701"/>
              <a:ext cx="229660" cy="571018"/>
            </a:xfrm>
            <a:prstGeom prst="flowChartManualInpu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9"/>
            <p:cNvSpPr/>
            <p:nvPr/>
          </p:nvSpPr>
          <p:spPr>
            <a:xfrm>
              <a:off x="8289303" y="2656118"/>
              <a:ext cx="854651" cy="1929080"/>
            </a:xfrm>
            <a:custGeom>
              <a:avLst/>
              <a:gdLst/>
              <a:ahLst/>
              <a:cxnLst/>
              <a:rect l="l" t="t" r="r" b="b"/>
              <a:pathLst>
                <a:path w="37596" h="84860" extrusionOk="0">
                  <a:moveTo>
                    <a:pt x="19066" y="0"/>
                  </a:moveTo>
                  <a:lnTo>
                    <a:pt x="0" y="9130"/>
                  </a:lnTo>
                  <a:lnTo>
                    <a:pt x="37596" y="84860"/>
                  </a:lnTo>
                  <a:lnTo>
                    <a:pt x="37596" y="37328"/>
                  </a:lnTo>
                  <a:close/>
                </a:path>
              </a:pathLst>
            </a:custGeom>
            <a:solidFill>
              <a:schemeClr val="accent1"/>
            </a:solidFill>
            <a:ln>
              <a:noFill/>
            </a:ln>
          </p:spPr>
        </p:sp>
      </p:grpSp>
      <p:grpSp>
        <p:nvGrpSpPr>
          <p:cNvPr id="127" name="Google Shape;127;p9"/>
          <p:cNvGrpSpPr/>
          <p:nvPr/>
        </p:nvGrpSpPr>
        <p:grpSpPr>
          <a:xfrm>
            <a:off x="-32" y="-228027"/>
            <a:ext cx="2163561" cy="1347300"/>
            <a:chOff x="-32" y="-215963"/>
            <a:chExt cx="2163561" cy="1347300"/>
          </a:xfrm>
        </p:grpSpPr>
        <p:sp>
          <p:nvSpPr>
            <p:cNvPr id="128" name="Google Shape;128;p9"/>
            <p:cNvSpPr/>
            <p:nvPr/>
          </p:nvSpPr>
          <p:spPr>
            <a:xfrm rot="-1591408" flipH="1">
              <a:off x="1362169" y="-63166"/>
              <a:ext cx="205103" cy="509980"/>
            </a:xfrm>
            <a:prstGeom prst="flowChartManualInpu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9"/>
            <p:cNvSpPr/>
            <p:nvPr/>
          </p:nvSpPr>
          <p:spPr>
            <a:xfrm rot="-1591371" flipH="1">
              <a:off x="239463" y="-151890"/>
              <a:ext cx="434754" cy="1080980"/>
            </a:xfrm>
            <a:prstGeom prst="flowChartManualInpu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1591339" flipH="1">
              <a:off x="892401" y="-169347"/>
              <a:ext cx="504374" cy="1254067"/>
            </a:xfrm>
            <a:prstGeom prst="flowChartManualInpu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9"/>
            <p:cNvSpPr/>
            <p:nvPr/>
          </p:nvSpPr>
          <p:spPr>
            <a:xfrm rot="-1591322" flipH="1">
              <a:off x="1818452" y="-76292"/>
              <a:ext cx="229660" cy="571018"/>
            </a:xfrm>
            <a:prstGeom prst="flowChartManualInpu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9"/>
            <p:cNvSpPr/>
            <p:nvPr/>
          </p:nvSpPr>
          <p:spPr>
            <a:xfrm rot="10800000">
              <a:off x="-32" y="70725"/>
              <a:ext cx="380284" cy="858147"/>
            </a:xfrm>
            <a:custGeom>
              <a:avLst/>
              <a:gdLst/>
              <a:ahLst/>
              <a:cxnLst/>
              <a:rect l="l" t="t" r="r" b="b"/>
              <a:pathLst>
                <a:path w="37596" h="84860" extrusionOk="0">
                  <a:moveTo>
                    <a:pt x="19066" y="0"/>
                  </a:moveTo>
                  <a:lnTo>
                    <a:pt x="0" y="9130"/>
                  </a:lnTo>
                  <a:lnTo>
                    <a:pt x="37596" y="84860"/>
                  </a:lnTo>
                  <a:lnTo>
                    <a:pt x="37596" y="37328"/>
                  </a:lnTo>
                  <a:close/>
                </a:path>
              </a:pathLst>
            </a:custGeom>
            <a:solidFill>
              <a:schemeClr val="accent2"/>
            </a:solidFill>
            <a:ln>
              <a:noFill/>
            </a:ln>
          </p:spPr>
        </p:sp>
      </p:grpSp>
      <p:sp>
        <p:nvSpPr>
          <p:cNvPr id="133" name="Google Shape;133;p9"/>
          <p:cNvSpPr txBox="1">
            <a:spLocks noGrp="1"/>
          </p:cNvSpPr>
          <p:nvPr>
            <p:ph type="body" idx="1"/>
          </p:nvPr>
        </p:nvSpPr>
        <p:spPr>
          <a:xfrm>
            <a:off x="1097775" y="4025300"/>
            <a:ext cx="6948600" cy="519600"/>
          </a:xfrm>
          <a:prstGeom prst="rect">
            <a:avLst/>
          </a:prstGeom>
        </p:spPr>
        <p:txBody>
          <a:bodyPr spcFirstLastPara="1" wrap="square" lIns="91425" tIns="91425" rIns="91425" bIns="91425" anchor="t" anchorCtr="0">
            <a:noAutofit/>
          </a:bodyPr>
          <a:lstStyle>
            <a:lvl1pPr marL="457200" lvl="0" indent="-228600">
              <a:spcBef>
                <a:spcPts val="360"/>
              </a:spcBef>
              <a:spcAft>
                <a:spcPts val="0"/>
              </a:spcAft>
              <a:buSzPts val="1800"/>
              <a:buNone/>
              <a:defRPr sz="1800"/>
            </a:lvl1pPr>
          </a:lstStyle>
          <a:p>
            <a:endParaRPr/>
          </a:p>
        </p:txBody>
      </p:sp>
      <p:sp>
        <p:nvSpPr>
          <p:cNvPr id="134" name="Google Shape;134;p9"/>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5"/>
        <p:cNvGrpSpPr/>
        <p:nvPr/>
      </p:nvGrpSpPr>
      <p:grpSpPr>
        <a:xfrm>
          <a:off x="0" y="0"/>
          <a:ext cx="0" cy="0"/>
          <a:chOff x="0" y="0"/>
          <a:chExt cx="0" cy="0"/>
        </a:xfrm>
      </p:grpSpPr>
      <p:grpSp>
        <p:nvGrpSpPr>
          <p:cNvPr id="136" name="Google Shape;136;p10"/>
          <p:cNvGrpSpPr/>
          <p:nvPr/>
        </p:nvGrpSpPr>
        <p:grpSpPr>
          <a:xfrm>
            <a:off x="6172200" y="2656118"/>
            <a:ext cx="2971754" cy="2886151"/>
            <a:chOff x="6172200" y="2656118"/>
            <a:chExt cx="2971754" cy="2886151"/>
          </a:xfrm>
        </p:grpSpPr>
        <p:sp>
          <p:nvSpPr>
            <p:cNvPr id="137" name="Google Shape;137;p10"/>
            <p:cNvSpPr/>
            <p:nvPr/>
          </p:nvSpPr>
          <p:spPr>
            <a:xfrm rot="9208626" flipH="1">
              <a:off x="6704904" y="4110434"/>
              <a:ext cx="484232" cy="1204006"/>
            </a:xfrm>
            <a:prstGeom prst="flowChartManualInpu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9208633" flipH="1">
              <a:off x="7804300" y="3279013"/>
              <a:ext cx="877624" cy="2182136"/>
            </a:xfrm>
            <a:prstGeom prst="flowChartManualInpu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0"/>
            <p:cNvSpPr/>
            <p:nvPr/>
          </p:nvSpPr>
          <p:spPr>
            <a:xfrm rot="9208606" flipH="1">
              <a:off x="7481789" y="4276913"/>
              <a:ext cx="408796" cy="1016449"/>
            </a:xfrm>
            <a:prstGeom prst="flowChartManualInpu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0"/>
            <p:cNvSpPr/>
            <p:nvPr/>
          </p:nvSpPr>
          <p:spPr>
            <a:xfrm rot="9208678" flipH="1">
              <a:off x="6287617" y="4657701"/>
              <a:ext cx="229660" cy="571018"/>
            </a:xfrm>
            <a:prstGeom prst="flowChartManualInpu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10"/>
            <p:cNvSpPr/>
            <p:nvPr/>
          </p:nvSpPr>
          <p:spPr>
            <a:xfrm>
              <a:off x="8289303" y="2656118"/>
              <a:ext cx="854651" cy="1929080"/>
            </a:xfrm>
            <a:custGeom>
              <a:avLst/>
              <a:gdLst/>
              <a:ahLst/>
              <a:cxnLst/>
              <a:rect l="l" t="t" r="r" b="b"/>
              <a:pathLst>
                <a:path w="37596" h="84860" extrusionOk="0">
                  <a:moveTo>
                    <a:pt x="19066" y="0"/>
                  </a:moveTo>
                  <a:lnTo>
                    <a:pt x="0" y="9130"/>
                  </a:lnTo>
                  <a:lnTo>
                    <a:pt x="37596" y="84860"/>
                  </a:lnTo>
                  <a:lnTo>
                    <a:pt x="37596" y="37328"/>
                  </a:lnTo>
                  <a:close/>
                </a:path>
              </a:pathLst>
            </a:custGeom>
            <a:solidFill>
              <a:schemeClr val="accent1"/>
            </a:solidFill>
            <a:ln>
              <a:noFill/>
            </a:ln>
          </p:spPr>
        </p:sp>
      </p:grpSp>
      <p:grpSp>
        <p:nvGrpSpPr>
          <p:cNvPr id="142" name="Google Shape;142;p10"/>
          <p:cNvGrpSpPr/>
          <p:nvPr/>
        </p:nvGrpSpPr>
        <p:grpSpPr>
          <a:xfrm>
            <a:off x="-32" y="-228027"/>
            <a:ext cx="2163561" cy="1347300"/>
            <a:chOff x="-32" y="-215963"/>
            <a:chExt cx="2163561" cy="1347300"/>
          </a:xfrm>
        </p:grpSpPr>
        <p:sp>
          <p:nvSpPr>
            <p:cNvPr id="143" name="Google Shape;143;p10"/>
            <p:cNvSpPr/>
            <p:nvPr/>
          </p:nvSpPr>
          <p:spPr>
            <a:xfrm rot="-1591408" flipH="1">
              <a:off x="1362169" y="-63166"/>
              <a:ext cx="205103" cy="509980"/>
            </a:xfrm>
            <a:prstGeom prst="flowChartManualInpu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10"/>
            <p:cNvSpPr/>
            <p:nvPr/>
          </p:nvSpPr>
          <p:spPr>
            <a:xfrm rot="-1591371" flipH="1">
              <a:off x="239463" y="-151890"/>
              <a:ext cx="434754" cy="1080980"/>
            </a:xfrm>
            <a:prstGeom prst="flowChartManualInpu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0"/>
            <p:cNvSpPr/>
            <p:nvPr/>
          </p:nvSpPr>
          <p:spPr>
            <a:xfrm rot="-1591339" flipH="1">
              <a:off x="892401" y="-169347"/>
              <a:ext cx="504374" cy="1254067"/>
            </a:xfrm>
            <a:prstGeom prst="flowChartManualInpu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0"/>
            <p:cNvSpPr/>
            <p:nvPr/>
          </p:nvSpPr>
          <p:spPr>
            <a:xfrm rot="-1591322" flipH="1">
              <a:off x="1818452" y="-76292"/>
              <a:ext cx="229660" cy="571018"/>
            </a:xfrm>
            <a:prstGeom prst="flowChartManualInpu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0"/>
            <p:cNvSpPr/>
            <p:nvPr/>
          </p:nvSpPr>
          <p:spPr>
            <a:xfrm rot="10800000">
              <a:off x="-32" y="70725"/>
              <a:ext cx="380284" cy="858147"/>
            </a:xfrm>
            <a:custGeom>
              <a:avLst/>
              <a:gdLst/>
              <a:ahLst/>
              <a:cxnLst/>
              <a:rect l="l" t="t" r="r" b="b"/>
              <a:pathLst>
                <a:path w="37596" h="84860" extrusionOk="0">
                  <a:moveTo>
                    <a:pt x="19066" y="0"/>
                  </a:moveTo>
                  <a:lnTo>
                    <a:pt x="0" y="9130"/>
                  </a:lnTo>
                  <a:lnTo>
                    <a:pt x="37596" y="84860"/>
                  </a:lnTo>
                  <a:lnTo>
                    <a:pt x="37596" y="37328"/>
                  </a:lnTo>
                  <a:close/>
                </a:path>
              </a:pathLst>
            </a:custGeom>
            <a:solidFill>
              <a:schemeClr val="accent2"/>
            </a:solidFill>
            <a:ln>
              <a:noFill/>
            </a:ln>
          </p:spPr>
        </p:sp>
      </p:grpSp>
      <p:sp>
        <p:nvSpPr>
          <p:cNvPr id="148" name="Google Shape;148;p10"/>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ransparent Shapes">
  <p:cSld name="BLANK_1">
    <p:bg>
      <p:bgPr>
        <a:solidFill>
          <a:schemeClr val="accent1"/>
        </a:solidFill>
        <a:effectLst/>
      </p:bgPr>
    </p:bg>
    <p:spTree>
      <p:nvGrpSpPr>
        <p:cNvPr id="1" name="Shape 149"/>
        <p:cNvGrpSpPr/>
        <p:nvPr/>
      </p:nvGrpSpPr>
      <p:grpSpPr>
        <a:xfrm>
          <a:off x="0" y="0"/>
          <a:ext cx="0" cy="0"/>
          <a:chOff x="0" y="0"/>
          <a:chExt cx="0" cy="0"/>
        </a:xfrm>
      </p:grpSpPr>
      <p:grpSp>
        <p:nvGrpSpPr>
          <p:cNvPr id="150" name="Google Shape;150;p11"/>
          <p:cNvGrpSpPr/>
          <p:nvPr/>
        </p:nvGrpSpPr>
        <p:grpSpPr>
          <a:xfrm>
            <a:off x="6172200" y="2656118"/>
            <a:ext cx="2971754" cy="2886151"/>
            <a:chOff x="6172200" y="2656118"/>
            <a:chExt cx="2971754" cy="2886151"/>
          </a:xfrm>
        </p:grpSpPr>
        <p:sp>
          <p:nvSpPr>
            <p:cNvPr id="151" name="Google Shape;151;p11"/>
            <p:cNvSpPr/>
            <p:nvPr/>
          </p:nvSpPr>
          <p:spPr>
            <a:xfrm rot="9208626" flipH="1">
              <a:off x="6704904" y="4110434"/>
              <a:ext cx="484232" cy="1204006"/>
            </a:xfrm>
            <a:prstGeom prst="flowChartManualInput">
              <a:avLst/>
            </a:prstGeom>
            <a:solidFill>
              <a:srgbClr val="FFFFFF">
                <a:alpha val="33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rot="9208633" flipH="1">
              <a:off x="7804300" y="3279013"/>
              <a:ext cx="877624" cy="2182136"/>
            </a:xfrm>
            <a:prstGeom prst="flowChartManualInput">
              <a:avLst/>
            </a:prstGeom>
            <a:solidFill>
              <a:srgbClr val="FFFFFF">
                <a:alpha val="33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rot="9208606" flipH="1">
              <a:off x="7481789" y="4276913"/>
              <a:ext cx="408796" cy="1016449"/>
            </a:xfrm>
            <a:prstGeom prst="flowChartManualInput">
              <a:avLst/>
            </a:prstGeom>
            <a:solidFill>
              <a:srgbClr val="FFFFFF">
                <a:alpha val="33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11"/>
            <p:cNvSpPr/>
            <p:nvPr/>
          </p:nvSpPr>
          <p:spPr>
            <a:xfrm rot="9208678" flipH="1">
              <a:off x="6287617" y="4657701"/>
              <a:ext cx="229660" cy="571018"/>
            </a:xfrm>
            <a:prstGeom prst="flowChartManualInput">
              <a:avLst/>
            </a:prstGeom>
            <a:solidFill>
              <a:srgbClr val="FFFFFF">
                <a:alpha val="33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1"/>
            <p:cNvSpPr/>
            <p:nvPr/>
          </p:nvSpPr>
          <p:spPr>
            <a:xfrm>
              <a:off x="8289303" y="2656118"/>
              <a:ext cx="854651" cy="1929080"/>
            </a:xfrm>
            <a:custGeom>
              <a:avLst/>
              <a:gdLst/>
              <a:ahLst/>
              <a:cxnLst/>
              <a:rect l="l" t="t" r="r" b="b"/>
              <a:pathLst>
                <a:path w="37596" h="84860" extrusionOk="0">
                  <a:moveTo>
                    <a:pt x="19066" y="0"/>
                  </a:moveTo>
                  <a:lnTo>
                    <a:pt x="0" y="9130"/>
                  </a:lnTo>
                  <a:lnTo>
                    <a:pt x="37596" y="84860"/>
                  </a:lnTo>
                  <a:lnTo>
                    <a:pt x="37596" y="37328"/>
                  </a:lnTo>
                  <a:close/>
                </a:path>
              </a:pathLst>
            </a:custGeom>
            <a:solidFill>
              <a:srgbClr val="FFFFFF">
                <a:alpha val="33460"/>
              </a:srgbClr>
            </a:solidFill>
            <a:ln>
              <a:noFill/>
            </a:ln>
          </p:spPr>
        </p:sp>
      </p:grpSp>
      <p:grpSp>
        <p:nvGrpSpPr>
          <p:cNvPr id="156" name="Google Shape;156;p11"/>
          <p:cNvGrpSpPr/>
          <p:nvPr/>
        </p:nvGrpSpPr>
        <p:grpSpPr>
          <a:xfrm>
            <a:off x="-32" y="-228027"/>
            <a:ext cx="2163561" cy="1347300"/>
            <a:chOff x="-32" y="-215963"/>
            <a:chExt cx="2163561" cy="1347300"/>
          </a:xfrm>
        </p:grpSpPr>
        <p:sp>
          <p:nvSpPr>
            <p:cNvPr id="157" name="Google Shape;157;p11"/>
            <p:cNvSpPr/>
            <p:nvPr/>
          </p:nvSpPr>
          <p:spPr>
            <a:xfrm rot="-1591408" flipH="1">
              <a:off x="1362169" y="-63166"/>
              <a:ext cx="205103" cy="509980"/>
            </a:xfrm>
            <a:prstGeom prst="flowChartManualInput">
              <a:avLst/>
            </a:prstGeom>
            <a:solidFill>
              <a:srgbClr val="FFFFFF">
                <a:alpha val="33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rot="-1591371" flipH="1">
              <a:off x="239463" y="-151890"/>
              <a:ext cx="434754" cy="1080980"/>
            </a:xfrm>
            <a:prstGeom prst="flowChartManualInput">
              <a:avLst/>
            </a:prstGeom>
            <a:solidFill>
              <a:srgbClr val="FFFFFF">
                <a:alpha val="33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11"/>
            <p:cNvSpPr/>
            <p:nvPr/>
          </p:nvSpPr>
          <p:spPr>
            <a:xfrm rot="-1591339" flipH="1">
              <a:off x="892401" y="-169347"/>
              <a:ext cx="504374" cy="1254067"/>
            </a:xfrm>
            <a:prstGeom prst="flowChartManualInput">
              <a:avLst/>
            </a:prstGeom>
            <a:solidFill>
              <a:srgbClr val="FFFFFF">
                <a:alpha val="33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11"/>
            <p:cNvSpPr/>
            <p:nvPr/>
          </p:nvSpPr>
          <p:spPr>
            <a:xfrm rot="-1591322" flipH="1">
              <a:off x="1818452" y="-76292"/>
              <a:ext cx="229660" cy="571018"/>
            </a:xfrm>
            <a:prstGeom prst="flowChartManualInput">
              <a:avLst/>
            </a:prstGeom>
            <a:solidFill>
              <a:srgbClr val="FFFFFF">
                <a:alpha val="334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rot="10800000">
              <a:off x="-32" y="70725"/>
              <a:ext cx="380284" cy="858147"/>
            </a:xfrm>
            <a:custGeom>
              <a:avLst/>
              <a:gdLst/>
              <a:ahLst/>
              <a:cxnLst/>
              <a:rect l="l" t="t" r="r" b="b"/>
              <a:pathLst>
                <a:path w="37596" h="84860" extrusionOk="0">
                  <a:moveTo>
                    <a:pt x="19066" y="0"/>
                  </a:moveTo>
                  <a:lnTo>
                    <a:pt x="0" y="9130"/>
                  </a:lnTo>
                  <a:lnTo>
                    <a:pt x="37596" y="84860"/>
                  </a:lnTo>
                  <a:lnTo>
                    <a:pt x="37596" y="37328"/>
                  </a:lnTo>
                  <a:close/>
                </a:path>
              </a:pathLst>
            </a:custGeom>
            <a:solidFill>
              <a:srgbClr val="FFFFFF">
                <a:alpha val="33460"/>
              </a:srgbClr>
            </a:solidFill>
            <a:ln>
              <a:noFill/>
            </a:ln>
          </p:spPr>
        </p:sp>
      </p:grpSp>
      <p:sp>
        <p:nvSpPr>
          <p:cNvPr id="162" name="Google Shape;162;p11"/>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031425" y="1149725"/>
            <a:ext cx="5760300" cy="6807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accent1"/>
              </a:buClr>
              <a:buSzPts val="3000"/>
              <a:buFont typeface="Oswald"/>
              <a:buNone/>
              <a:defRPr sz="3000" b="1">
                <a:solidFill>
                  <a:schemeClr val="accent1"/>
                </a:solidFill>
                <a:latin typeface="Oswald"/>
                <a:ea typeface="Oswald"/>
                <a:cs typeface="Oswald"/>
                <a:sym typeface="Oswald"/>
              </a:defRPr>
            </a:lvl1pPr>
            <a:lvl2pPr lvl="1">
              <a:spcBef>
                <a:spcPts val="0"/>
              </a:spcBef>
              <a:spcAft>
                <a:spcPts val="0"/>
              </a:spcAft>
              <a:buClr>
                <a:schemeClr val="accent1"/>
              </a:buClr>
              <a:buSzPts val="3000"/>
              <a:buFont typeface="Oswald"/>
              <a:buNone/>
              <a:defRPr sz="3000" b="1">
                <a:solidFill>
                  <a:schemeClr val="accent1"/>
                </a:solidFill>
                <a:latin typeface="Oswald"/>
                <a:ea typeface="Oswald"/>
                <a:cs typeface="Oswald"/>
                <a:sym typeface="Oswald"/>
              </a:defRPr>
            </a:lvl2pPr>
            <a:lvl3pPr lvl="2">
              <a:spcBef>
                <a:spcPts val="0"/>
              </a:spcBef>
              <a:spcAft>
                <a:spcPts val="0"/>
              </a:spcAft>
              <a:buClr>
                <a:schemeClr val="accent1"/>
              </a:buClr>
              <a:buSzPts val="3000"/>
              <a:buFont typeface="Oswald"/>
              <a:buNone/>
              <a:defRPr sz="3000" b="1">
                <a:solidFill>
                  <a:schemeClr val="accent1"/>
                </a:solidFill>
                <a:latin typeface="Oswald"/>
                <a:ea typeface="Oswald"/>
                <a:cs typeface="Oswald"/>
                <a:sym typeface="Oswald"/>
              </a:defRPr>
            </a:lvl3pPr>
            <a:lvl4pPr lvl="3">
              <a:spcBef>
                <a:spcPts val="0"/>
              </a:spcBef>
              <a:spcAft>
                <a:spcPts val="0"/>
              </a:spcAft>
              <a:buClr>
                <a:schemeClr val="accent1"/>
              </a:buClr>
              <a:buSzPts val="3000"/>
              <a:buFont typeface="Oswald"/>
              <a:buNone/>
              <a:defRPr sz="3000" b="1">
                <a:solidFill>
                  <a:schemeClr val="accent1"/>
                </a:solidFill>
                <a:latin typeface="Oswald"/>
                <a:ea typeface="Oswald"/>
                <a:cs typeface="Oswald"/>
                <a:sym typeface="Oswald"/>
              </a:defRPr>
            </a:lvl4pPr>
            <a:lvl5pPr lvl="4">
              <a:spcBef>
                <a:spcPts val="0"/>
              </a:spcBef>
              <a:spcAft>
                <a:spcPts val="0"/>
              </a:spcAft>
              <a:buClr>
                <a:schemeClr val="accent1"/>
              </a:buClr>
              <a:buSzPts val="3000"/>
              <a:buFont typeface="Oswald"/>
              <a:buNone/>
              <a:defRPr sz="3000" b="1">
                <a:solidFill>
                  <a:schemeClr val="accent1"/>
                </a:solidFill>
                <a:latin typeface="Oswald"/>
                <a:ea typeface="Oswald"/>
                <a:cs typeface="Oswald"/>
                <a:sym typeface="Oswald"/>
              </a:defRPr>
            </a:lvl5pPr>
            <a:lvl6pPr lvl="5">
              <a:spcBef>
                <a:spcPts val="0"/>
              </a:spcBef>
              <a:spcAft>
                <a:spcPts val="0"/>
              </a:spcAft>
              <a:buClr>
                <a:schemeClr val="accent1"/>
              </a:buClr>
              <a:buSzPts val="3000"/>
              <a:buFont typeface="Oswald"/>
              <a:buNone/>
              <a:defRPr sz="3000" b="1">
                <a:solidFill>
                  <a:schemeClr val="accent1"/>
                </a:solidFill>
                <a:latin typeface="Oswald"/>
                <a:ea typeface="Oswald"/>
                <a:cs typeface="Oswald"/>
                <a:sym typeface="Oswald"/>
              </a:defRPr>
            </a:lvl6pPr>
            <a:lvl7pPr lvl="6">
              <a:spcBef>
                <a:spcPts val="0"/>
              </a:spcBef>
              <a:spcAft>
                <a:spcPts val="0"/>
              </a:spcAft>
              <a:buClr>
                <a:schemeClr val="accent1"/>
              </a:buClr>
              <a:buSzPts val="3000"/>
              <a:buFont typeface="Oswald"/>
              <a:buNone/>
              <a:defRPr sz="3000" b="1">
                <a:solidFill>
                  <a:schemeClr val="accent1"/>
                </a:solidFill>
                <a:latin typeface="Oswald"/>
                <a:ea typeface="Oswald"/>
                <a:cs typeface="Oswald"/>
                <a:sym typeface="Oswald"/>
              </a:defRPr>
            </a:lvl7pPr>
            <a:lvl8pPr lvl="7">
              <a:spcBef>
                <a:spcPts val="0"/>
              </a:spcBef>
              <a:spcAft>
                <a:spcPts val="0"/>
              </a:spcAft>
              <a:buClr>
                <a:schemeClr val="accent1"/>
              </a:buClr>
              <a:buSzPts val="3000"/>
              <a:buFont typeface="Oswald"/>
              <a:buNone/>
              <a:defRPr sz="3000" b="1">
                <a:solidFill>
                  <a:schemeClr val="accent1"/>
                </a:solidFill>
                <a:latin typeface="Oswald"/>
                <a:ea typeface="Oswald"/>
                <a:cs typeface="Oswald"/>
                <a:sym typeface="Oswald"/>
              </a:defRPr>
            </a:lvl8pPr>
            <a:lvl9pPr lvl="8">
              <a:spcBef>
                <a:spcPts val="0"/>
              </a:spcBef>
              <a:spcAft>
                <a:spcPts val="0"/>
              </a:spcAft>
              <a:buClr>
                <a:schemeClr val="accent1"/>
              </a:buClr>
              <a:buSzPts val="3000"/>
              <a:buFont typeface="Oswald"/>
              <a:buNone/>
              <a:defRPr sz="3000" b="1">
                <a:solidFill>
                  <a:schemeClr val="accent1"/>
                </a:solidFill>
                <a:latin typeface="Oswald"/>
                <a:ea typeface="Oswald"/>
                <a:cs typeface="Oswald"/>
                <a:sym typeface="Oswald"/>
              </a:defRPr>
            </a:lvl9pPr>
          </a:lstStyle>
          <a:p>
            <a:endParaRPr/>
          </a:p>
        </p:txBody>
      </p:sp>
      <p:sp>
        <p:nvSpPr>
          <p:cNvPr id="7" name="Google Shape;7;p1"/>
          <p:cNvSpPr txBox="1">
            <a:spLocks noGrp="1"/>
          </p:cNvSpPr>
          <p:nvPr>
            <p:ph type="body" idx="1"/>
          </p:nvPr>
        </p:nvSpPr>
        <p:spPr>
          <a:xfrm>
            <a:off x="1031425" y="1777125"/>
            <a:ext cx="5760300" cy="2521200"/>
          </a:xfrm>
          <a:prstGeom prst="rect">
            <a:avLst/>
          </a:prstGeom>
          <a:noFill/>
          <a:ln>
            <a:noFill/>
          </a:ln>
        </p:spPr>
        <p:txBody>
          <a:bodyPr spcFirstLastPara="1" wrap="square" lIns="91425" tIns="91425" rIns="91425" bIns="91425" anchor="t" anchorCtr="0">
            <a:noAutofit/>
          </a:bodyPr>
          <a:lstStyle>
            <a:lvl1pPr marL="457200" lvl="0" indent="-355600">
              <a:spcBef>
                <a:spcPts val="600"/>
              </a:spcBef>
              <a:spcAft>
                <a:spcPts val="0"/>
              </a:spcAft>
              <a:buClr>
                <a:schemeClr val="accent3"/>
              </a:buClr>
              <a:buSzPts val="2000"/>
              <a:buFont typeface="Roboto Condensed"/>
              <a:buChar char="»"/>
              <a:defRPr sz="2000">
                <a:solidFill>
                  <a:schemeClr val="dk2"/>
                </a:solidFill>
                <a:latin typeface="Roboto Condensed"/>
                <a:ea typeface="Roboto Condensed"/>
                <a:cs typeface="Roboto Condensed"/>
                <a:sym typeface="Roboto Condensed"/>
              </a:defRPr>
            </a:lvl1pPr>
            <a:lvl2pPr marL="914400" lvl="1" indent="-355600">
              <a:spcBef>
                <a:spcPts val="0"/>
              </a:spcBef>
              <a:spcAft>
                <a:spcPts val="0"/>
              </a:spcAft>
              <a:buClr>
                <a:schemeClr val="accent3"/>
              </a:buClr>
              <a:buSzPts val="2000"/>
              <a:buFont typeface="Roboto Condensed"/>
              <a:buChar char="⋄"/>
              <a:defRPr sz="2000">
                <a:solidFill>
                  <a:schemeClr val="dk2"/>
                </a:solidFill>
                <a:latin typeface="Roboto Condensed"/>
                <a:ea typeface="Roboto Condensed"/>
                <a:cs typeface="Roboto Condensed"/>
                <a:sym typeface="Roboto Condensed"/>
              </a:defRPr>
            </a:lvl2pPr>
            <a:lvl3pPr marL="1371600" lvl="2" indent="-355600">
              <a:spcBef>
                <a:spcPts val="0"/>
              </a:spcBef>
              <a:spcAft>
                <a:spcPts val="0"/>
              </a:spcAft>
              <a:buClr>
                <a:schemeClr val="accent3"/>
              </a:buClr>
              <a:buSzPts val="2000"/>
              <a:buFont typeface="Roboto Condensed"/>
              <a:buChar char="⋄"/>
              <a:defRPr sz="2000">
                <a:solidFill>
                  <a:schemeClr val="dk2"/>
                </a:solidFill>
                <a:latin typeface="Roboto Condensed"/>
                <a:ea typeface="Roboto Condensed"/>
                <a:cs typeface="Roboto Condensed"/>
                <a:sym typeface="Roboto Condensed"/>
              </a:defRPr>
            </a:lvl3pPr>
            <a:lvl4pPr marL="1828800" lvl="3" indent="-355600">
              <a:spcBef>
                <a:spcPts val="0"/>
              </a:spcBef>
              <a:spcAft>
                <a:spcPts val="0"/>
              </a:spcAft>
              <a:buClr>
                <a:schemeClr val="dk2"/>
              </a:buClr>
              <a:buSzPts val="2000"/>
              <a:buFont typeface="Roboto Condensed"/>
              <a:buChar char="⋄"/>
              <a:defRPr sz="2000">
                <a:solidFill>
                  <a:schemeClr val="dk2"/>
                </a:solidFill>
                <a:latin typeface="Roboto Condensed"/>
                <a:ea typeface="Roboto Condensed"/>
                <a:cs typeface="Roboto Condensed"/>
                <a:sym typeface="Roboto Condensed"/>
              </a:defRPr>
            </a:lvl4pPr>
            <a:lvl5pPr marL="2286000" lvl="4" indent="-355600">
              <a:spcBef>
                <a:spcPts val="0"/>
              </a:spcBef>
              <a:spcAft>
                <a:spcPts val="0"/>
              </a:spcAft>
              <a:buClr>
                <a:schemeClr val="dk2"/>
              </a:buClr>
              <a:buSzPts val="2000"/>
              <a:buFont typeface="Roboto Condensed"/>
              <a:buChar char="⋄"/>
              <a:defRPr sz="2000">
                <a:solidFill>
                  <a:schemeClr val="dk2"/>
                </a:solidFill>
                <a:latin typeface="Roboto Condensed"/>
                <a:ea typeface="Roboto Condensed"/>
                <a:cs typeface="Roboto Condensed"/>
                <a:sym typeface="Roboto Condensed"/>
              </a:defRPr>
            </a:lvl5pPr>
            <a:lvl6pPr marL="2743200" lvl="5" indent="-355600">
              <a:spcBef>
                <a:spcPts val="0"/>
              </a:spcBef>
              <a:spcAft>
                <a:spcPts val="0"/>
              </a:spcAft>
              <a:buClr>
                <a:schemeClr val="dk2"/>
              </a:buClr>
              <a:buSzPts val="2000"/>
              <a:buFont typeface="Roboto Condensed"/>
              <a:buChar char="⋄"/>
              <a:defRPr sz="2000">
                <a:solidFill>
                  <a:schemeClr val="dk2"/>
                </a:solidFill>
                <a:latin typeface="Roboto Condensed"/>
                <a:ea typeface="Roboto Condensed"/>
                <a:cs typeface="Roboto Condensed"/>
                <a:sym typeface="Roboto Condensed"/>
              </a:defRPr>
            </a:lvl6pPr>
            <a:lvl7pPr marL="3200400" lvl="6" indent="-355600">
              <a:spcBef>
                <a:spcPts val="0"/>
              </a:spcBef>
              <a:spcAft>
                <a:spcPts val="0"/>
              </a:spcAft>
              <a:buClr>
                <a:schemeClr val="dk2"/>
              </a:buClr>
              <a:buSzPts val="2000"/>
              <a:buFont typeface="Roboto Condensed"/>
              <a:buChar char="●"/>
              <a:defRPr sz="2000">
                <a:solidFill>
                  <a:schemeClr val="dk2"/>
                </a:solidFill>
                <a:latin typeface="Roboto Condensed"/>
                <a:ea typeface="Roboto Condensed"/>
                <a:cs typeface="Roboto Condensed"/>
                <a:sym typeface="Roboto Condensed"/>
              </a:defRPr>
            </a:lvl7pPr>
            <a:lvl8pPr marL="3657600" lvl="7" indent="-355600">
              <a:spcBef>
                <a:spcPts val="0"/>
              </a:spcBef>
              <a:spcAft>
                <a:spcPts val="0"/>
              </a:spcAft>
              <a:buClr>
                <a:schemeClr val="dk2"/>
              </a:buClr>
              <a:buSzPts val="2000"/>
              <a:buFont typeface="Roboto Condensed"/>
              <a:buChar char="○"/>
              <a:defRPr sz="2000">
                <a:solidFill>
                  <a:schemeClr val="dk2"/>
                </a:solidFill>
                <a:latin typeface="Roboto Condensed"/>
                <a:ea typeface="Roboto Condensed"/>
                <a:cs typeface="Roboto Condensed"/>
                <a:sym typeface="Roboto Condensed"/>
              </a:defRPr>
            </a:lvl8pPr>
            <a:lvl9pPr marL="4114800" lvl="8" indent="-355600">
              <a:spcBef>
                <a:spcPts val="0"/>
              </a:spcBef>
              <a:spcAft>
                <a:spcPts val="0"/>
              </a:spcAft>
              <a:buClr>
                <a:schemeClr val="dk2"/>
              </a:buClr>
              <a:buSzPts val="2000"/>
              <a:buFont typeface="Roboto Condensed"/>
              <a:buChar char="■"/>
              <a:defRPr sz="2000">
                <a:solidFill>
                  <a:schemeClr val="dk2"/>
                </a:solidFill>
                <a:latin typeface="Roboto Condensed"/>
                <a:ea typeface="Roboto Condensed"/>
                <a:cs typeface="Roboto Condensed"/>
                <a:sym typeface="Roboto Condensed"/>
              </a:defRPr>
            </a:lvl9pPr>
          </a:lstStyle>
          <a:p>
            <a:endParaRPr/>
          </a:p>
        </p:txBody>
      </p:sp>
      <p:sp>
        <p:nvSpPr>
          <p:cNvPr id="8" name="Google Shape;8;p1"/>
          <p:cNvSpPr txBox="1">
            <a:spLocks noGrp="1"/>
          </p:cNvSpPr>
          <p:nvPr>
            <p:ph type="sldNum" idx="12"/>
          </p:nvPr>
        </p:nvSpPr>
        <p:spPr>
          <a:xfrm>
            <a:off x="8556784" y="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accent2"/>
                </a:solidFill>
                <a:latin typeface="Roboto Condensed"/>
                <a:ea typeface="Roboto Condensed"/>
                <a:cs typeface="Roboto Condensed"/>
                <a:sym typeface="Roboto Condensed"/>
              </a:defRPr>
            </a:lvl1pPr>
            <a:lvl2pPr lvl="1" algn="r">
              <a:buNone/>
              <a:defRPr sz="1300">
                <a:solidFill>
                  <a:schemeClr val="accent2"/>
                </a:solidFill>
                <a:latin typeface="Roboto Condensed"/>
                <a:ea typeface="Roboto Condensed"/>
                <a:cs typeface="Roboto Condensed"/>
                <a:sym typeface="Roboto Condensed"/>
              </a:defRPr>
            </a:lvl2pPr>
            <a:lvl3pPr lvl="2" algn="r">
              <a:buNone/>
              <a:defRPr sz="1300">
                <a:solidFill>
                  <a:schemeClr val="accent2"/>
                </a:solidFill>
                <a:latin typeface="Roboto Condensed"/>
                <a:ea typeface="Roboto Condensed"/>
                <a:cs typeface="Roboto Condensed"/>
                <a:sym typeface="Roboto Condensed"/>
              </a:defRPr>
            </a:lvl3pPr>
            <a:lvl4pPr lvl="3" algn="r">
              <a:buNone/>
              <a:defRPr sz="1300">
                <a:solidFill>
                  <a:schemeClr val="accent2"/>
                </a:solidFill>
                <a:latin typeface="Roboto Condensed"/>
                <a:ea typeface="Roboto Condensed"/>
                <a:cs typeface="Roboto Condensed"/>
                <a:sym typeface="Roboto Condensed"/>
              </a:defRPr>
            </a:lvl4pPr>
            <a:lvl5pPr lvl="4" algn="r">
              <a:buNone/>
              <a:defRPr sz="1300">
                <a:solidFill>
                  <a:schemeClr val="accent2"/>
                </a:solidFill>
                <a:latin typeface="Roboto Condensed"/>
                <a:ea typeface="Roboto Condensed"/>
                <a:cs typeface="Roboto Condensed"/>
                <a:sym typeface="Roboto Condensed"/>
              </a:defRPr>
            </a:lvl5pPr>
            <a:lvl6pPr lvl="5" algn="r">
              <a:buNone/>
              <a:defRPr sz="1300">
                <a:solidFill>
                  <a:schemeClr val="accent2"/>
                </a:solidFill>
                <a:latin typeface="Roboto Condensed"/>
                <a:ea typeface="Roboto Condensed"/>
                <a:cs typeface="Roboto Condensed"/>
                <a:sym typeface="Roboto Condensed"/>
              </a:defRPr>
            </a:lvl6pPr>
            <a:lvl7pPr lvl="6" algn="r">
              <a:buNone/>
              <a:defRPr sz="1300">
                <a:solidFill>
                  <a:schemeClr val="accent2"/>
                </a:solidFill>
                <a:latin typeface="Roboto Condensed"/>
                <a:ea typeface="Roboto Condensed"/>
                <a:cs typeface="Roboto Condensed"/>
                <a:sym typeface="Roboto Condensed"/>
              </a:defRPr>
            </a:lvl7pPr>
            <a:lvl8pPr lvl="7" algn="r">
              <a:buNone/>
              <a:defRPr sz="1300">
                <a:solidFill>
                  <a:schemeClr val="accent2"/>
                </a:solidFill>
                <a:latin typeface="Roboto Condensed"/>
                <a:ea typeface="Roboto Condensed"/>
                <a:cs typeface="Roboto Condensed"/>
                <a:sym typeface="Roboto Condensed"/>
              </a:defRPr>
            </a:lvl8pPr>
            <a:lvl9pPr lvl="8" algn="r">
              <a:buNone/>
              <a:defRPr sz="1300">
                <a:solidFill>
                  <a:schemeClr val="accent2"/>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5" r:id="rId7"/>
    <p:sldLayoutId id="2147483656" r:id="rId8"/>
    <p:sldLayoutId id="2147483657" r:id="rId9"/>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8.xml"/><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8.xml"/><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hyperlink" Target="https://galaxy.ansible.com/" TargetMode="Externa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hyperlink" Target="mailto:git@gitlab.acme.com:mygroup/ansible-base.git" TargetMode="External"/><Relationship Id="rId2" Type="http://schemas.openxmlformats.org/officeDocument/2006/relationships/hyperlink" Target="https://github.com/bennojoy/nginx" TargetMode="Externa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8" Type="http://schemas.openxmlformats.org/officeDocument/2006/relationships/customXml" Target="../ink/ink3.xml"/><Relationship Id="rId3" Type="http://schemas.openxmlformats.org/officeDocument/2006/relationships/hyperlink" Target="https://docs.ansible.com/ansible/latest/user_guide/playbooks_handlers.html" TargetMode="External"/><Relationship Id="rId7" Type="http://schemas.openxmlformats.org/officeDocument/2006/relationships/customXml" Target="../ink/ink2.xml"/><Relationship Id="rId12" Type="http://schemas.openxmlformats.org/officeDocument/2006/relationships/customXml" Target="../ink/ink5.xml"/><Relationship Id="rId2" Type="http://schemas.openxmlformats.org/officeDocument/2006/relationships/image" Target="../media/image14.png"/><Relationship Id="rId1" Type="http://schemas.openxmlformats.org/officeDocument/2006/relationships/slideLayout" Target="../slideLayouts/slideLayout8.xml"/><Relationship Id="rId6" Type="http://schemas.openxmlformats.org/officeDocument/2006/relationships/image" Target="../media/image80.png"/><Relationship Id="rId11" Type="http://schemas.openxmlformats.org/officeDocument/2006/relationships/image" Target="../media/image10.png"/><Relationship Id="rId5" Type="http://schemas.openxmlformats.org/officeDocument/2006/relationships/customXml" Target="../ink/ink1.xml"/><Relationship Id="rId10" Type="http://schemas.openxmlformats.org/officeDocument/2006/relationships/customXml" Target="../ink/ink4.xml"/><Relationship Id="rId4" Type="http://schemas.openxmlformats.org/officeDocument/2006/relationships/hyperlink" Target="https://docs.ansible.com/ansible/latest/user_guide/playbooks_templating.html" TargetMode="External"/><Relationship Id="rId9" Type="http://schemas.openxmlformats.org/officeDocument/2006/relationships/image" Target="../media/image9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 Id="rId5" Type="http://schemas.openxmlformats.org/officeDocument/2006/relationships/image" Target="../media/image18.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3" Type="http://schemas.openxmlformats.org/officeDocument/2006/relationships/hyperlink" Target="https://docs.ansible.com/ansible/2.8/cli/ansible-playbook.html#cmdoption-ansible-playbook-vault-password-file" TargetMode="External"/><Relationship Id="rId2" Type="http://schemas.openxmlformats.org/officeDocument/2006/relationships/hyperlink" Target="https://docs.ansible.com/ansible/2.8/cli/ansible-playbook.html#cmdoption-ansible-playbook-ask-vault-pass" TargetMode="Externa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8.xml"/><Relationship Id="rId5" Type="http://schemas.openxmlformats.org/officeDocument/2006/relationships/image" Target="../media/image42.png"/><Relationship Id="rId4" Type="http://schemas.openxmlformats.org/officeDocument/2006/relationships/image" Target="../media/image41.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hyperlink" Target="https://wiki.jenkins-ci.org/display/JENKINS/Ansible+Plugin" TargetMode="External"/><Relationship Id="rId2" Type="http://schemas.openxmlformats.org/officeDocument/2006/relationships/image" Target="../media/image54.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2"/>
          <p:cNvSpPr txBox="1">
            <a:spLocks noGrp="1"/>
          </p:cNvSpPr>
          <p:nvPr>
            <p:ph type="ctrTitle"/>
          </p:nvPr>
        </p:nvSpPr>
        <p:spPr>
          <a:xfrm>
            <a:off x="685800" y="2753825"/>
            <a:ext cx="56715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DevOps Industrial Training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3"/>
          <p:cNvSpPr txBox="1">
            <a:spLocks noGrp="1"/>
          </p:cNvSpPr>
          <p:nvPr>
            <p:ph type="ctrTitle" idx="4294967295"/>
          </p:nvPr>
        </p:nvSpPr>
        <p:spPr>
          <a:xfrm>
            <a:off x="685775" y="3226525"/>
            <a:ext cx="5291700" cy="1159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8100">
                <a:solidFill>
                  <a:schemeClr val="accent3"/>
                </a:solidFill>
              </a:rPr>
              <a:t>Ansible</a:t>
            </a:r>
            <a:endParaRPr sz="8100">
              <a:solidFill>
                <a:schemeClr val="accent3"/>
              </a:solidFill>
            </a:endParaRPr>
          </a:p>
          <a:p>
            <a:pPr marL="0" lvl="0" indent="0" algn="l" rtl="0">
              <a:spcBef>
                <a:spcPts val="0"/>
              </a:spcBef>
              <a:spcAft>
                <a:spcPts val="0"/>
              </a:spcAft>
              <a:buNone/>
            </a:pPr>
            <a:endParaRPr sz="8000">
              <a:solidFill>
                <a:schemeClr val="accent3"/>
              </a:solidFill>
            </a:endParaRPr>
          </a:p>
        </p:txBody>
      </p:sp>
      <p:pic>
        <p:nvPicPr>
          <p:cNvPr id="174" name="Google Shape;174;p13"/>
          <p:cNvPicPr preferRelativeResize="0"/>
          <p:nvPr/>
        </p:nvPicPr>
        <p:blipFill>
          <a:blip r:embed="rId3">
            <a:alphaModFix/>
          </a:blip>
          <a:stretch>
            <a:fillRect/>
          </a:stretch>
        </p:blipFill>
        <p:spPr>
          <a:xfrm>
            <a:off x="8247325" y="-47175"/>
            <a:ext cx="768600" cy="768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3"/>
          <p:cNvSpPr txBox="1">
            <a:spLocks noGrp="1"/>
          </p:cNvSpPr>
          <p:nvPr>
            <p:ph type="ctrTitle" idx="4294967295"/>
          </p:nvPr>
        </p:nvSpPr>
        <p:spPr>
          <a:xfrm>
            <a:off x="3769217" y="171437"/>
            <a:ext cx="1171378" cy="36728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sz="2400" dirty="0">
                <a:solidFill>
                  <a:schemeClr val="accent1">
                    <a:lumMod val="75000"/>
                  </a:schemeClr>
                </a:solidFill>
              </a:rPr>
              <a:t>Agenda</a:t>
            </a:r>
            <a:endParaRPr sz="8000" dirty="0">
              <a:solidFill>
                <a:schemeClr val="accent1">
                  <a:lumMod val="75000"/>
                </a:schemeClr>
              </a:solidFill>
            </a:endParaRPr>
          </a:p>
        </p:txBody>
      </p:sp>
      <p:pic>
        <p:nvPicPr>
          <p:cNvPr id="174" name="Google Shape;174;p13"/>
          <p:cNvPicPr preferRelativeResize="0"/>
          <p:nvPr/>
        </p:nvPicPr>
        <p:blipFill>
          <a:blip r:embed="rId3">
            <a:alphaModFix/>
          </a:blip>
          <a:stretch>
            <a:fillRect/>
          </a:stretch>
        </p:blipFill>
        <p:spPr>
          <a:xfrm>
            <a:off x="8247325" y="-47175"/>
            <a:ext cx="768600" cy="768600"/>
          </a:xfrm>
          <a:prstGeom prst="rect">
            <a:avLst/>
          </a:prstGeom>
          <a:noFill/>
          <a:ln>
            <a:noFill/>
          </a:ln>
        </p:spPr>
      </p:pic>
      <p:sp>
        <p:nvSpPr>
          <p:cNvPr id="2" name="TextBox 1">
            <a:extLst>
              <a:ext uri="{FF2B5EF4-FFF2-40B4-BE49-F238E27FC236}">
                <a16:creationId xmlns:a16="http://schemas.microsoft.com/office/drawing/2014/main" id="{17F7E1D8-3434-FA8F-D4D7-83638D3F8D33}"/>
              </a:ext>
            </a:extLst>
          </p:cNvPr>
          <p:cNvSpPr txBox="1"/>
          <p:nvPr/>
        </p:nvSpPr>
        <p:spPr>
          <a:xfrm>
            <a:off x="361507" y="1197935"/>
            <a:ext cx="7194698" cy="1754326"/>
          </a:xfrm>
          <a:prstGeom prst="rect">
            <a:avLst/>
          </a:prstGeom>
          <a:noFill/>
        </p:spPr>
        <p:txBody>
          <a:bodyPr wrap="square" rtlCol="0">
            <a:spAutoFit/>
          </a:bodyPr>
          <a:lstStyle/>
          <a:p>
            <a:pPr marL="285750" indent="-285750">
              <a:buFont typeface="Arial" panose="020B0604020202020204" pitchFamily="34" charset="0"/>
              <a:buChar char="•"/>
            </a:pPr>
            <a:r>
              <a:rPr lang="en-IN"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Ansible Roles</a:t>
            </a:r>
          </a:p>
          <a:p>
            <a:pPr marL="285750" indent="-285750">
              <a:buFont typeface="Arial" panose="020B0604020202020204" pitchFamily="34" charset="0"/>
              <a:buChar char="•"/>
            </a:pPr>
            <a:endParaRPr lang="en-IN"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Ansible Galaxy</a:t>
            </a:r>
          </a:p>
          <a:p>
            <a:pPr marL="285750" indent="-285750">
              <a:buFont typeface="Arial" panose="020B0604020202020204" pitchFamily="34" charset="0"/>
              <a:buChar char="•"/>
            </a:pPr>
            <a:endParaRPr lang="en-IN"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Best Practices</a:t>
            </a:r>
          </a:p>
          <a:p>
            <a:pPr marL="285750" indent="-285750">
              <a:buFont typeface="Arial" panose="020B0604020202020204" pitchFamily="34" charset="0"/>
              <a:buChar char="•"/>
            </a:pPr>
            <a:endParaRPr lang="en-IN"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Ansible Vault</a:t>
            </a:r>
          </a:p>
          <a:p>
            <a:pPr marL="285750" indent="-285750">
              <a:buFont typeface="Arial" panose="020B0604020202020204" pitchFamily="34" charset="0"/>
              <a:buChar char="•"/>
            </a:pPr>
            <a:endParaRPr lang="en-IN"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Examples</a:t>
            </a:r>
          </a:p>
        </p:txBody>
      </p:sp>
    </p:spTree>
    <p:extLst>
      <p:ext uri="{BB962C8B-B14F-4D97-AF65-F5344CB8AC3E}">
        <p14:creationId xmlns:p14="http://schemas.microsoft.com/office/powerpoint/2010/main" val="337775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48"/>
          <p:cNvSpPr txBox="1">
            <a:spLocks noGrp="1"/>
          </p:cNvSpPr>
          <p:nvPr>
            <p:ph type="title"/>
          </p:nvPr>
        </p:nvSpPr>
        <p:spPr>
          <a:xfrm>
            <a:off x="2454315" y="127901"/>
            <a:ext cx="5760300" cy="680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Handlers</a:t>
            </a:r>
            <a:endParaRPr dirty="0"/>
          </a:p>
        </p:txBody>
      </p:sp>
      <p:sp>
        <p:nvSpPr>
          <p:cNvPr id="438" name="Google Shape;438;p48"/>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a:t>
            </a:fld>
            <a:endParaRPr/>
          </a:p>
        </p:txBody>
      </p:sp>
      <p:sp>
        <p:nvSpPr>
          <p:cNvPr id="5" name="TextBox 4">
            <a:extLst>
              <a:ext uri="{FF2B5EF4-FFF2-40B4-BE49-F238E27FC236}">
                <a16:creationId xmlns:a16="http://schemas.microsoft.com/office/drawing/2014/main" id="{6C1B1EF6-B84A-2B21-615D-EDE9434580B1}"/>
              </a:ext>
            </a:extLst>
          </p:cNvPr>
          <p:cNvSpPr txBox="1"/>
          <p:nvPr/>
        </p:nvSpPr>
        <p:spPr>
          <a:xfrm>
            <a:off x="395177" y="1044905"/>
            <a:ext cx="7019260" cy="1708160"/>
          </a:xfrm>
          <a:prstGeom prst="rect">
            <a:avLst/>
          </a:prstGeom>
          <a:noFill/>
        </p:spPr>
        <p:txBody>
          <a:bodyPr wrap="square">
            <a:spAutoFit/>
          </a:bodyPr>
          <a:lstStyle/>
          <a:p>
            <a:pPr marL="171450" indent="-171450" algn="l">
              <a:buFont typeface="Arial" panose="020B0604020202020204" pitchFamily="34" charset="0"/>
              <a:buChar char="•"/>
            </a:pP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Sometimes you want a task to run only when a change is made on a machine. </a:t>
            </a:r>
          </a:p>
          <a:p>
            <a:pPr marL="171450" indent="-171450" algn="l">
              <a:buFont typeface="Arial" panose="020B0604020202020204" pitchFamily="34" charset="0"/>
              <a:buChar char="•"/>
            </a:pPr>
            <a:endPar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171450" indent="-171450" algn="l">
              <a:buFont typeface="Arial" panose="020B0604020202020204" pitchFamily="34" charset="0"/>
              <a:buChar char="•"/>
            </a:pP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For example, you may want to restart a service if a task updates the configuration of that service, but not if the configuration is unchanged. </a:t>
            </a:r>
          </a:p>
          <a:p>
            <a:pPr marL="171450" indent="-171450" algn="l">
              <a:buFont typeface="Arial" panose="020B0604020202020204" pitchFamily="34" charset="0"/>
              <a:buChar char="•"/>
            </a:pPr>
            <a:endPar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171450" indent="-171450" algn="l">
              <a:buFont typeface="Arial" panose="020B0604020202020204" pitchFamily="34" charset="0"/>
              <a:buChar char="•"/>
            </a:pP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Ansible uses handlers to address this use case. </a:t>
            </a:r>
          </a:p>
          <a:p>
            <a:pPr marL="171450" indent="-171450" algn="l">
              <a:buFont typeface="Arial" panose="020B0604020202020204" pitchFamily="34" charset="0"/>
              <a:buChar char="•"/>
            </a:pPr>
            <a:endPar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171450" indent="-171450" algn="l">
              <a:buFont typeface="Arial" panose="020B0604020202020204" pitchFamily="34" charset="0"/>
              <a:buChar char="•"/>
            </a:pP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Handlers are tasks that only run when notified.</a:t>
            </a:r>
          </a:p>
          <a:p>
            <a:b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br>
            <a:endPar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8" name="TextBox 7">
            <a:extLst>
              <a:ext uri="{FF2B5EF4-FFF2-40B4-BE49-F238E27FC236}">
                <a16:creationId xmlns:a16="http://schemas.microsoft.com/office/drawing/2014/main" id="{2FC79688-5D7D-F99E-D3DD-7276D080F7DD}"/>
              </a:ext>
            </a:extLst>
          </p:cNvPr>
          <p:cNvSpPr txBox="1"/>
          <p:nvPr/>
        </p:nvSpPr>
        <p:spPr>
          <a:xfrm>
            <a:off x="395177" y="2499526"/>
            <a:ext cx="4802372" cy="2516073"/>
          </a:xfrm>
          <a:prstGeom prst="rect">
            <a:avLst/>
          </a:prstGeom>
          <a:noFill/>
        </p:spPr>
        <p:txBody>
          <a:bodyPr wrap="square">
            <a:spAutoFit/>
          </a:bodyPr>
          <a:lstStyle/>
          <a:p>
            <a:r>
              <a:rPr lang="en-IN" sz="1050" b="1"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Notifying handlers</a:t>
            </a:r>
          </a:p>
          <a:p>
            <a:endParaRPr lang="en-IN" sz="1050" b="1"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171450" indent="-171450">
              <a:buFont typeface="Arial" panose="020B0604020202020204" pitchFamily="34" charset="0"/>
              <a:buChar char="•"/>
            </a:pPr>
            <a:r>
              <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Tasks can instruct one or more handlers to execute using the notify keyword. </a:t>
            </a:r>
          </a:p>
          <a:p>
            <a:pPr marL="171450" indent="-171450">
              <a:buFont typeface="Arial" panose="020B0604020202020204" pitchFamily="34" charset="0"/>
              <a:buChar char="•"/>
            </a:pPr>
            <a:endPar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171450" indent="-171450">
              <a:buFont typeface="Arial" panose="020B0604020202020204" pitchFamily="34" charset="0"/>
              <a:buChar char="•"/>
            </a:pPr>
            <a:r>
              <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The notify keyword can be applied to a task and accepts a list of handler names that are notified on a task change. </a:t>
            </a:r>
          </a:p>
          <a:p>
            <a:pPr marL="171450" indent="-171450">
              <a:buFont typeface="Arial" panose="020B0604020202020204" pitchFamily="34" charset="0"/>
              <a:buChar char="•"/>
            </a:pPr>
            <a:endPar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171450" indent="-171450">
              <a:buFont typeface="Arial" panose="020B0604020202020204" pitchFamily="34" charset="0"/>
              <a:buChar char="•"/>
            </a:pPr>
            <a:r>
              <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Alternately, a string containing a single handler name can be supplied as well. The following example demonstrates how multiple handlers can be notified by a single task.</a:t>
            </a:r>
          </a:p>
          <a:p>
            <a:endPar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r>
              <a:rPr lang="en-IN" sz="1050" b="1"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Naming handlers</a:t>
            </a:r>
          </a:p>
          <a:p>
            <a:endParaRPr lang="en-IN" sz="1050" b="1"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171450" indent="-171450">
              <a:buFont typeface="Arial" panose="020B0604020202020204" pitchFamily="34" charset="0"/>
              <a:buChar char="•"/>
            </a:pPr>
            <a:r>
              <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Handlers must be named in order for tasks to be able to notify them using the notify keyword.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1982F-8E52-02BD-FBC1-4958769EA061}"/>
              </a:ext>
            </a:extLst>
          </p:cNvPr>
          <p:cNvSpPr>
            <a:spLocks noGrp="1"/>
          </p:cNvSpPr>
          <p:nvPr>
            <p:ph type="title"/>
          </p:nvPr>
        </p:nvSpPr>
        <p:spPr>
          <a:xfrm>
            <a:off x="2194019" y="339828"/>
            <a:ext cx="5760300" cy="680700"/>
          </a:xfrm>
        </p:spPr>
        <p:txBody>
          <a:bodyPr/>
          <a:lstStyle/>
          <a:p>
            <a:r>
              <a:rPr lang="en-US" dirty="0"/>
              <a:t>Types of Ansible</a:t>
            </a:r>
          </a:p>
        </p:txBody>
      </p:sp>
      <p:sp>
        <p:nvSpPr>
          <p:cNvPr id="3" name="Text Placeholder 2">
            <a:extLst>
              <a:ext uri="{FF2B5EF4-FFF2-40B4-BE49-F238E27FC236}">
                <a16:creationId xmlns:a16="http://schemas.microsoft.com/office/drawing/2014/main" id="{68A20675-C732-9ED1-E48C-8D6ACCDAF500}"/>
              </a:ext>
            </a:extLst>
          </p:cNvPr>
          <p:cNvSpPr>
            <a:spLocks noGrp="1"/>
          </p:cNvSpPr>
          <p:nvPr>
            <p:ph type="body" idx="1"/>
          </p:nvPr>
        </p:nvSpPr>
        <p:spPr>
          <a:xfrm>
            <a:off x="933453" y="1311149"/>
            <a:ext cx="5760300" cy="3130221"/>
          </a:xfrm>
        </p:spPr>
        <p:txBody>
          <a:bodyPr/>
          <a:lstStyle/>
          <a:p>
            <a:r>
              <a:rPr lang="en-US" dirty="0"/>
              <a:t>Ansible – core </a:t>
            </a:r>
          </a:p>
          <a:p>
            <a:pPr lvl="1"/>
            <a:r>
              <a:rPr lang="en-US" dirty="0"/>
              <a:t>Opensource</a:t>
            </a:r>
          </a:p>
          <a:p>
            <a:pPr lvl="1"/>
            <a:r>
              <a:rPr lang="en-US" dirty="0"/>
              <a:t>Command line </a:t>
            </a:r>
          </a:p>
          <a:p>
            <a:pPr lvl="1"/>
            <a:endParaRPr lang="en-US" dirty="0"/>
          </a:p>
          <a:p>
            <a:pPr lvl="1"/>
            <a:r>
              <a:rPr lang="en-US" dirty="0"/>
              <a:t>Ansible Tower</a:t>
            </a:r>
          </a:p>
          <a:p>
            <a:pPr lvl="2"/>
            <a:r>
              <a:rPr lang="en-US" dirty="0"/>
              <a:t>Licensed</a:t>
            </a:r>
          </a:p>
          <a:p>
            <a:pPr lvl="2"/>
            <a:r>
              <a:rPr lang="en-US" dirty="0"/>
              <a:t>UI</a:t>
            </a:r>
          </a:p>
          <a:p>
            <a:pPr lvl="2"/>
            <a:r>
              <a:rPr lang="en-US" dirty="0"/>
              <a:t>Backend- core</a:t>
            </a:r>
          </a:p>
          <a:p>
            <a:pPr lvl="2"/>
            <a:endParaRPr lang="en-US" dirty="0"/>
          </a:p>
        </p:txBody>
      </p:sp>
      <p:sp>
        <p:nvSpPr>
          <p:cNvPr id="4" name="Slide Number Placeholder 3">
            <a:extLst>
              <a:ext uri="{FF2B5EF4-FFF2-40B4-BE49-F238E27FC236}">
                <a16:creationId xmlns:a16="http://schemas.microsoft.com/office/drawing/2014/main" id="{3127806A-1D29-C022-E96D-87CB20AF1F5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Tree>
    <p:extLst>
      <p:ext uri="{BB962C8B-B14F-4D97-AF65-F5344CB8AC3E}">
        <p14:creationId xmlns:p14="http://schemas.microsoft.com/office/powerpoint/2010/main" val="22781617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4906F-3133-9A05-203C-F970C7EB23A0}"/>
              </a:ext>
            </a:extLst>
          </p:cNvPr>
          <p:cNvSpPr>
            <a:spLocks noGrp="1"/>
          </p:cNvSpPr>
          <p:nvPr>
            <p:ph type="title"/>
          </p:nvPr>
        </p:nvSpPr>
        <p:spPr>
          <a:xfrm>
            <a:off x="3235908" y="262038"/>
            <a:ext cx="3923347" cy="393600"/>
          </a:xfrm>
        </p:spPr>
        <p:txBody>
          <a:bodyPr/>
          <a:lstStyle/>
          <a:p>
            <a:r>
              <a:rPr lang="en-IN" dirty="0">
                <a:latin typeface="Oswald" panose="00000500000000000000" pitchFamily="2" charset="0"/>
                <a:ea typeface="Roboto Condensed" panose="02000000000000000000" pitchFamily="2" charset="0"/>
                <a:cs typeface="Roboto Condensed" panose="02000000000000000000" pitchFamily="2" charset="0"/>
              </a:rPr>
              <a:t>Roles &amp; Ansible-Galaxy</a:t>
            </a:r>
          </a:p>
        </p:txBody>
      </p:sp>
      <p:sp>
        <p:nvSpPr>
          <p:cNvPr id="4" name="Slide Number Placeholder 3">
            <a:extLst>
              <a:ext uri="{FF2B5EF4-FFF2-40B4-BE49-F238E27FC236}">
                <a16:creationId xmlns:a16="http://schemas.microsoft.com/office/drawing/2014/main" id="{DDF243AF-9488-5F8F-C85D-BDD4D37D682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sp>
        <p:nvSpPr>
          <p:cNvPr id="8" name="TextBox 7">
            <a:extLst>
              <a:ext uri="{FF2B5EF4-FFF2-40B4-BE49-F238E27FC236}">
                <a16:creationId xmlns:a16="http://schemas.microsoft.com/office/drawing/2014/main" id="{21E73D16-1CEC-57A9-2331-6E90A2D2BCBC}"/>
              </a:ext>
            </a:extLst>
          </p:cNvPr>
          <p:cNvSpPr txBox="1"/>
          <p:nvPr/>
        </p:nvSpPr>
        <p:spPr>
          <a:xfrm>
            <a:off x="414598" y="1277427"/>
            <a:ext cx="7340009" cy="2031325"/>
          </a:xfrm>
          <a:prstGeom prst="rect">
            <a:avLst/>
          </a:prstGeom>
          <a:noFill/>
        </p:spPr>
        <p:txBody>
          <a:bodyPr wrap="square">
            <a:spAutoFit/>
          </a:bodyPr>
          <a:lstStyle/>
          <a:p>
            <a:pPr marL="171450" indent="-171450">
              <a:buFont typeface="Arial" panose="020B0604020202020204" pitchFamily="34" charset="0"/>
              <a:buChar char="•"/>
            </a:pP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 role is an Ansible approach for bundling automation content and making it reusable. </a:t>
            </a:r>
          </a:p>
          <a:p>
            <a:pPr marL="171450" indent="-171450">
              <a:buFont typeface="Arial" panose="020B0604020202020204" pitchFamily="34" charset="0"/>
              <a:buChar char="•"/>
            </a:pPr>
            <a:endPar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171450" indent="-171450">
              <a:buFont typeface="Arial" panose="020B0604020202020204" pitchFamily="34" charset="0"/>
              <a:buChar char="•"/>
            </a:pP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It is an arrangement of files in a predefined folder structure that will load certain variable files, tasks, handlers automatically during the process execution. </a:t>
            </a:r>
          </a:p>
          <a:p>
            <a:pPr marL="171450" indent="-171450">
              <a:buFont typeface="Arial" panose="020B0604020202020204" pitchFamily="34" charset="0"/>
              <a:buChar char="•"/>
            </a:pPr>
            <a:endPar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171450" indent="-171450">
              <a:buFont typeface="Arial" panose="020B0604020202020204" pitchFamily="34" charset="0"/>
              <a:buChar char="•"/>
            </a:pP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Roles allow you to create very simple playbooks and which then look to a directory structure to identify the actual configuration steps they need to perform. </a:t>
            </a:r>
          </a:p>
          <a:p>
            <a:pPr marL="171450" indent="-171450">
              <a:buFont typeface="Arial" panose="020B0604020202020204" pitchFamily="34" charset="0"/>
              <a:buChar char="•"/>
            </a:pPr>
            <a:endPar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171450" indent="-171450">
              <a:buFont typeface="Arial" panose="020B0604020202020204" pitchFamily="34" charset="0"/>
              <a:buChar char="•"/>
            </a:pP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Grouping content of the code in this format will help to manage large pieces of codes in complex deployments in a more user friendly manner. </a:t>
            </a:r>
          </a:p>
          <a:p>
            <a:pPr marL="171450" indent="-171450">
              <a:buFont typeface="Arial" panose="020B0604020202020204" pitchFamily="34" charset="0"/>
              <a:buChar char="•"/>
            </a:pPr>
            <a:endPar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171450" indent="-171450">
              <a:buFont typeface="Arial" panose="020B0604020202020204" pitchFamily="34" charset="0"/>
              <a:buChar char="•"/>
            </a:pP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Ansible roles also facilitate the easy sharing and reuse of the scripts with other users.</a:t>
            </a:r>
            <a:endPar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p:txBody>
      </p:sp>
    </p:spTree>
    <p:extLst>
      <p:ext uri="{BB962C8B-B14F-4D97-AF65-F5344CB8AC3E}">
        <p14:creationId xmlns:p14="http://schemas.microsoft.com/office/powerpoint/2010/main" val="3102924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25DCEC-FBD3-2043-A5FF-2FA5FE9B773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sp>
        <p:nvSpPr>
          <p:cNvPr id="3" name="TextBox 2">
            <a:extLst>
              <a:ext uri="{FF2B5EF4-FFF2-40B4-BE49-F238E27FC236}">
                <a16:creationId xmlns:a16="http://schemas.microsoft.com/office/drawing/2014/main" id="{8A7BEB58-4091-C821-58B3-561CBD9E58A9}"/>
              </a:ext>
            </a:extLst>
          </p:cNvPr>
          <p:cNvSpPr txBox="1"/>
          <p:nvPr/>
        </p:nvSpPr>
        <p:spPr>
          <a:xfrm>
            <a:off x="3635022" y="169333"/>
            <a:ext cx="2223911" cy="461665"/>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Roles</a:t>
            </a:r>
            <a:endParaRPr lang="en-IN" dirty="0">
              <a:solidFill>
                <a:schemeClr val="accent1">
                  <a:lumMod val="75000"/>
                </a:schemeClr>
              </a:solidFill>
              <a:latin typeface="Oswald" panose="00000500000000000000" pitchFamily="2" charset="0"/>
            </a:endParaRPr>
          </a:p>
        </p:txBody>
      </p:sp>
      <p:sp>
        <p:nvSpPr>
          <p:cNvPr id="4" name="TextBox 3">
            <a:extLst>
              <a:ext uri="{FF2B5EF4-FFF2-40B4-BE49-F238E27FC236}">
                <a16:creationId xmlns:a16="http://schemas.microsoft.com/office/drawing/2014/main" id="{453B6110-3C25-0E5A-DC1B-588386A2977E}"/>
              </a:ext>
            </a:extLst>
          </p:cNvPr>
          <p:cNvSpPr txBox="1"/>
          <p:nvPr/>
        </p:nvSpPr>
        <p:spPr>
          <a:xfrm>
            <a:off x="553156" y="1207911"/>
            <a:ext cx="7213600" cy="738664"/>
          </a:xfrm>
          <a:prstGeom prst="rect">
            <a:avLst/>
          </a:prstGeom>
          <a:noFill/>
        </p:spPr>
        <p:txBody>
          <a:bodyPr wrap="square" rtlCol="0">
            <a:spAutoFit/>
          </a:bodyPr>
          <a:lstStyle/>
          <a:p>
            <a:pPr marL="171450" indent="-171450">
              <a:buFont typeface="Arial" panose="020B0604020202020204" pitchFamily="34" charset="0"/>
              <a:buChar char="•"/>
            </a:pPr>
            <a:r>
              <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Roles are portable units of task organization in playbooks and is the best way to organize your playbooks.</a:t>
            </a:r>
          </a:p>
          <a:p>
            <a:pPr marL="171450" indent="-171450">
              <a:buFont typeface="Arial" panose="020B0604020202020204" pitchFamily="34" charset="0"/>
              <a:buChar char="•"/>
            </a:pPr>
            <a:endPar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171450" indent="-171450">
              <a:buFont typeface="Arial" panose="020B0604020202020204" pitchFamily="34" charset="0"/>
              <a:buChar char="•"/>
            </a:pPr>
            <a:r>
              <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Roles are just automation around ‘include’ directives, and really don’t contain much additional magic beyond some improvements to search path handling for referenced files.</a:t>
            </a:r>
          </a:p>
        </p:txBody>
      </p:sp>
      <p:pic>
        <p:nvPicPr>
          <p:cNvPr id="5" name="Picture 4">
            <a:extLst>
              <a:ext uri="{FF2B5EF4-FFF2-40B4-BE49-F238E27FC236}">
                <a16:creationId xmlns:a16="http://schemas.microsoft.com/office/drawing/2014/main" id="{FA4870D2-FDAD-AF67-63CB-75B47E010180}"/>
              </a:ext>
            </a:extLst>
          </p:cNvPr>
          <p:cNvPicPr>
            <a:picLocks noChangeAspect="1"/>
          </p:cNvPicPr>
          <p:nvPr/>
        </p:nvPicPr>
        <p:blipFill>
          <a:blip r:embed="rId2"/>
          <a:stretch>
            <a:fillRect/>
          </a:stretch>
        </p:blipFill>
        <p:spPr>
          <a:xfrm>
            <a:off x="822251" y="2146350"/>
            <a:ext cx="3586605" cy="2733994"/>
          </a:xfrm>
          <a:prstGeom prst="rect">
            <a:avLst/>
          </a:prstGeom>
        </p:spPr>
      </p:pic>
      <p:pic>
        <p:nvPicPr>
          <p:cNvPr id="6" name="Picture 5">
            <a:extLst>
              <a:ext uri="{FF2B5EF4-FFF2-40B4-BE49-F238E27FC236}">
                <a16:creationId xmlns:a16="http://schemas.microsoft.com/office/drawing/2014/main" id="{E233CF99-3D0A-4905-1FBD-210A4569604A}"/>
              </a:ext>
            </a:extLst>
          </p:cNvPr>
          <p:cNvPicPr>
            <a:picLocks noChangeAspect="1"/>
          </p:cNvPicPr>
          <p:nvPr/>
        </p:nvPicPr>
        <p:blipFill>
          <a:blip r:embed="rId3"/>
          <a:stretch>
            <a:fillRect/>
          </a:stretch>
        </p:blipFill>
        <p:spPr>
          <a:xfrm>
            <a:off x="5608023" y="2807663"/>
            <a:ext cx="2948761" cy="899837"/>
          </a:xfrm>
          <a:prstGeom prst="rect">
            <a:avLst/>
          </a:prstGeom>
        </p:spPr>
      </p:pic>
      <p:cxnSp>
        <p:nvCxnSpPr>
          <p:cNvPr id="8" name="Straight Arrow Connector 7">
            <a:extLst>
              <a:ext uri="{FF2B5EF4-FFF2-40B4-BE49-F238E27FC236}">
                <a16:creationId xmlns:a16="http://schemas.microsoft.com/office/drawing/2014/main" id="{C2D5309D-DAF6-7414-8891-71EDC4C8E2B8}"/>
              </a:ext>
            </a:extLst>
          </p:cNvPr>
          <p:cNvCxnSpPr/>
          <p:nvPr/>
        </p:nvCxnSpPr>
        <p:spPr>
          <a:xfrm>
            <a:off x="4572000" y="3196926"/>
            <a:ext cx="70883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8656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283C74F-2249-E227-B205-A86E84B4D30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pic>
        <p:nvPicPr>
          <p:cNvPr id="3" name="Picture 2">
            <a:extLst>
              <a:ext uri="{FF2B5EF4-FFF2-40B4-BE49-F238E27FC236}">
                <a16:creationId xmlns:a16="http://schemas.microsoft.com/office/drawing/2014/main" id="{3F348BBF-E9C7-0455-AA52-AE0BFB846E4C}"/>
              </a:ext>
            </a:extLst>
          </p:cNvPr>
          <p:cNvPicPr>
            <a:picLocks noChangeAspect="1"/>
          </p:cNvPicPr>
          <p:nvPr/>
        </p:nvPicPr>
        <p:blipFill>
          <a:blip r:embed="rId2"/>
          <a:stretch>
            <a:fillRect/>
          </a:stretch>
        </p:blipFill>
        <p:spPr>
          <a:xfrm>
            <a:off x="459556" y="1258051"/>
            <a:ext cx="7772400" cy="2947910"/>
          </a:xfrm>
          <a:prstGeom prst="rect">
            <a:avLst/>
          </a:prstGeom>
        </p:spPr>
      </p:pic>
      <p:sp>
        <p:nvSpPr>
          <p:cNvPr id="4" name="TextBox 3">
            <a:extLst>
              <a:ext uri="{FF2B5EF4-FFF2-40B4-BE49-F238E27FC236}">
                <a16:creationId xmlns:a16="http://schemas.microsoft.com/office/drawing/2014/main" id="{661C7641-FB1B-09C2-2D90-4A6F9F5A272A}"/>
              </a:ext>
            </a:extLst>
          </p:cNvPr>
          <p:cNvSpPr txBox="1"/>
          <p:nvPr/>
        </p:nvSpPr>
        <p:spPr>
          <a:xfrm>
            <a:off x="3635022" y="169333"/>
            <a:ext cx="2223911" cy="461665"/>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Roles</a:t>
            </a:r>
            <a:endParaRPr lang="en-IN" dirty="0">
              <a:solidFill>
                <a:schemeClr val="accent1">
                  <a:lumMod val="75000"/>
                </a:schemeClr>
              </a:solidFill>
              <a:latin typeface="Oswald" panose="00000500000000000000" pitchFamily="2" charset="0"/>
            </a:endParaRPr>
          </a:p>
        </p:txBody>
      </p:sp>
    </p:spTree>
    <p:extLst>
      <p:ext uri="{BB962C8B-B14F-4D97-AF65-F5344CB8AC3E}">
        <p14:creationId xmlns:p14="http://schemas.microsoft.com/office/powerpoint/2010/main" val="1130076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153440-8206-AEAD-BB15-9CC8AF811F5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pic>
        <p:nvPicPr>
          <p:cNvPr id="3" name="Picture 2">
            <a:extLst>
              <a:ext uri="{FF2B5EF4-FFF2-40B4-BE49-F238E27FC236}">
                <a16:creationId xmlns:a16="http://schemas.microsoft.com/office/drawing/2014/main" id="{B70A81D2-6F8B-42AF-7305-66A009515397}"/>
              </a:ext>
            </a:extLst>
          </p:cNvPr>
          <p:cNvPicPr>
            <a:picLocks noChangeAspect="1"/>
          </p:cNvPicPr>
          <p:nvPr/>
        </p:nvPicPr>
        <p:blipFill>
          <a:blip r:embed="rId2"/>
          <a:stretch>
            <a:fillRect/>
          </a:stretch>
        </p:blipFill>
        <p:spPr>
          <a:xfrm>
            <a:off x="384142" y="1848020"/>
            <a:ext cx="7772400" cy="3050015"/>
          </a:xfrm>
          <a:prstGeom prst="rect">
            <a:avLst/>
          </a:prstGeom>
        </p:spPr>
      </p:pic>
      <p:sp>
        <p:nvSpPr>
          <p:cNvPr id="4" name="TextBox 3">
            <a:extLst>
              <a:ext uri="{FF2B5EF4-FFF2-40B4-BE49-F238E27FC236}">
                <a16:creationId xmlns:a16="http://schemas.microsoft.com/office/drawing/2014/main" id="{DF598E7B-3971-2914-7C9A-EDD8222540A8}"/>
              </a:ext>
            </a:extLst>
          </p:cNvPr>
          <p:cNvSpPr txBox="1"/>
          <p:nvPr/>
        </p:nvSpPr>
        <p:spPr>
          <a:xfrm>
            <a:off x="3635022" y="169333"/>
            <a:ext cx="2223911" cy="461665"/>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Roles</a:t>
            </a:r>
            <a:endParaRPr lang="en-IN" dirty="0">
              <a:solidFill>
                <a:schemeClr val="accent1">
                  <a:lumMod val="75000"/>
                </a:schemeClr>
              </a:solidFill>
              <a:latin typeface="Oswald" panose="00000500000000000000" pitchFamily="2" charset="0"/>
            </a:endParaRPr>
          </a:p>
        </p:txBody>
      </p:sp>
      <p:pic>
        <p:nvPicPr>
          <p:cNvPr id="6" name="Graphic 5" descr="Recycle with solid fill">
            <a:extLst>
              <a:ext uri="{FF2B5EF4-FFF2-40B4-BE49-F238E27FC236}">
                <a16:creationId xmlns:a16="http://schemas.microsoft.com/office/drawing/2014/main" id="{1AB7929C-0A98-B2C7-F664-B2391A1AE35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38400" y="702310"/>
            <a:ext cx="914400" cy="914400"/>
          </a:xfrm>
          <a:prstGeom prst="rect">
            <a:avLst/>
          </a:prstGeom>
        </p:spPr>
      </p:pic>
      <p:sp>
        <p:nvSpPr>
          <p:cNvPr id="9" name="TextBox 8">
            <a:extLst>
              <a:ext uri="{FF2B5EF4-FFF2-40B4-BE49-F238E27FC236}">
                <a16:creationId xmlns:a16="http://schemas.microsoft.com/office/drawing/2014/main" id="{81D80F58-5C86-0731-B8D1-39BF8DF810C3}"/>
              </a:ext>
            </a:extLst>
          </p:cNvPr>
          <p:cNvSpPr txBox="1"/>
          <p:nvPr/>
        </p:nvSpPr>
        <p:spPr>
          <a:xfrm>
            <a:off x="2558062" y="1462821"/>
            <a:ext cx="936978" cy="307777"/>
          </a:xfrm>
          <a:prstGeom prst="rect">
            <a:avLst/>
          </a:prstGeom>
          <a:noFill/>
        </p:spPr>
        <p:txBody>
          <a:bodyPr wrap="square" rtlCol="0">
            <a:spAutoFit/>
          </a:bodyPr>
          <a:lstStyle/>
          <a:p>
            <a:r>
              <a:rPr lang="en-US" dirty="0"/>
              <a:t>Reuse</a:t>
            </a:r>
          </a:p>
        </p:txBody>
      </p:sp>
    </p:spTree>
    <p:extLst>
      <p:ext uri="{BB962C8B-B14F-4D97-AF65-F5344CB8AC3E}">
        <p14:creationId xmlns:p14="http://schemas.microsoft.com/office/powerpoint/2010/main" val="42009677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1F6CE60-3A61-408E-9A20-8229A0718A5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pic>
        <p:nvPicPr>
          <p:cNvPr id="3" name="Picture 2">
            <a:extLst>
              <a:ext uri="{FF2B5EF4-FFF2-40B4-BE49-F238E27FC236}">
                <a16:creationId xmlns:a16="http://schemas.microsoft.com/office/drawing/2014/main" id="{7A09EF88-E138-D6FE-849A-153C9F77C9E0}"/>
              </a:ext>
            </a:extLst>
          </p:cNvPr>
          <p:cNvPicPr>
            <a:picLocks noChangeAspect="1"/>
          </p:cNvPicPr>
          <p:nvPr/>
        </p:nvPicPr>
        <p:blipFill>
          <a:blip r:embed="rId2"/>
          <a:stretch>
            <a:fillRect/>
          </a:stretch>
        </p:blipFill>
        <p:spPr>
          <a:xfrm>
            <a:off x="784384" y="1390476"/>
            <a:ext cx="7772400" cy="2931508"/>
          </a:xfrm>
          <a:prstGeom prst="rect">
            <a:avLst/>
          </a:prstGeom>
        </p:spPr>
      </p:pic>
      <p:pic>
        <p:nvPicPr>
          <p:cNvPr id="4" name="Graphic 3" descr="Flowchart outline">
            <a:extLst>
              <a:ext uri="{FF2B5EF4-FFF2-40B4-BE49-F238E27FC236}">
                <a16:creationId xmlns:a16="http://schemas.microsoft.com/office/drawing/2014/main" id="{C4251EE5-6A4A-C3CC-C6FC-AC54B611CD6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72000" y="59765"/>
            <a:ext cx="914400" cy="914400"/>
          </a:xfrm>
          <a:prstGeom prst="rect">
            <a:avLst/>
          </a:prstGeom>
        </p:spPr>
      </p:pic>
      <p:sp>
        <p:nvSpPr>
          <p:cNvPr id="5" name="TextBox 4">
            <a:extLst>
              <a:ext uri="{FF2B5EF4-FFF2-40B4-BE49-F238E27FC236}">
                <a16:creationId xmlns:a16="http://schemas.microsoft.com/office/drawing/2014/main" id="{28BBE6C2-0C72-78EE-1D10-5AC452DE0581}"/>
              </a:ext>
            </a:extLst>
          </p:cNvPr>
          <p:cNvSpPr txBox="1"/>
          <p:nvPr/>
        </p:nvSpPr>
        <p:spPr>
          <a:xfrm>
            <a:off x="4507653" y="930299"/>
            <a:ext cx="936978" cy="307777"/>
          </a:xfrm>
          <a:prstGeom prst="rect">
            <a:avLst/>
          </a:prstGeom>
          <a:noFill/>
        </p:spPr>
        <p:txBody>
          <a:bodyPr wrap="square" rtlCol="0">
            <a:spAutoFit/>
          </a:bodyPr>
          <a:lstStyle/>
          <a:p>
            <a:r>
              <a:rPr lang="en-US" dirty="0"/>
              <a:t>Organize</a:t>
            </a:r>
          </a:p>
        </p:txBody>
      </p:sp>
    </p:spTree>
    <p:extLst>
      <p:ext uri="{BB962C8B-B14F-4D97-AF65-F5344CB8AC3E}">
        <p14:creationId xmlns:p14="http://schemas.microsoft.com/office/powerpoint/2010/main" val="643364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6BC15-A8A4-F550-CF9E-8BA05545DB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
        <p:nvSpPr>
          <p:cNvPr id="3" name="TextBox 2">
            <a:extLst>
              <a:ext uri="{FF2B5EF4-FFF2-40B4-BE49-F238E27FC236}">
                <a16:creationId xmlns:a16="http://schemas.microsoft.com/office/drawing/2014/main" id="{19E79E5B-AA57-6456-F303-F6A8BB14C7BD}"/>
              </a:ext>
            </a:extLst>
          </p:cNvPr>
          <p:cNvSpPr txBox="1"/>
          <p:nvPr/>
        </p:nvSpPr>
        <p:spPr>
          <a:xfrm>
            <a:off x="3635022" y="169333"/>
            <a:ext cx="2573867" cy="769441"/>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Example Role</a:t>
            </a:r>
          </a:p>
          <a:p>
            <a:endParaRPr lang="en-IN" sz="2000" dirty="0"/>
          </a:p>
        </p:txBody>
      </p:sp>
      <p:pic>
        <p:nvPicPr>
          <p:cNvPr id="5" name="Picture 4">
            <a:extLst>
              <a:ext uri="{FF2B5EF4-FFF2-40B4-BE49-F238E27FC236}">
                <a16:creationId xmlns:a16="http://schemas.microsoft.com/office/drawing/2014/main" id="{467FA7F7-5432-1E9A-14F5-DF314AE74B93}"/>
              </a:ext>
            </a:extLst>
          </p:cNvPr>
          <p:cNvPicPr>
            <a:picLocks noChangeAspect="1"/>
          </p:cNvPicPr>
          <p:nvPr/>
        </p:nvPicPr>
        <p:blipFill>
          <a:blip r:embed="rId2"/>
          <a:stretch>
            <a:fillRect/>
          </a:stretch>
        </p:blipFill>
        <p:spPr>
          <a:xfrm>
            <a:off x="452660" y="1759800"/>
            <a:ext cx="3436340" cy="1444143"/>
          </a:xfrm>
          <a:prstGeom prst="rect">
            <a:avLst/>
          </a:prstGeom>
        </p:spPr>
      </p:pic>
      <p:pic>
        <p:nvPicPr>
          <p:cNvPr id="6" name="Picture 5">
            <a:extLst>
              <a:ext uri="{FF2B5EF4-FFF2-40B4-BE49-F238E27FC236}">
                <a16:creationId xmlns:a16="http://schemas.microsoft.com/office/drawing/2014/main" id="{2F5083C7-7414-04E1-B763-D51012C67573}"/>
              </a:ext>
            </a:extLst>
          </p:cNvPr>
          <p:cNvPicPr>
            <a:picLocks noChangeAspect="1"/>
          </p:cNvPicPr>
          <p:nvPr/>
        </p:nvPicPr>
        <p:blipFill>
          <a:blip r:embed="rId3"/>
          <a:stretch>
            <a:fillRect/>
          </a:stretch>
        </p:blipFill>
        <p:spPr>
          <a:xfrm>
            <a:off x="4572000" y="1759799"/>
            <a:ext cx="4316732" cy="1444143"/>
          </a:xfrm>
          <a:prstGeom prst="rect">
            <a:avLst/>
          </a:prstGeom>
        </p:spPr>
      </p:pic>
      <p:sp>
        <p:nvSpPr>
          <p:cNvPr id="8" name="TextBox 7">
            <a:extLst>
              <a:ext uri="{FF2B5EF4-FFF2-40B4-BE49-F238E27FC236}">
                <a16:creationId xmlns:a16="http://schemas.microsoft.com/office/drawing/2014/main" id="{E2636D55-4846-39F1-0A5F-7979992D425A}"/>
              </a:ext>
            </a:extLst>
          </p:cNvPr>
          <p:cNvSpPr txBox="1"/>
          <p:nvPr/>
        </p:nvSpPr>
        <p:spPr>
          <a:xfrm>
            <a:off x="349954" y="1166697"/>
            <a:ext cx="6731329" cy="307777"/>
          </a:xfrm>
          <a:prstGeom prst="rect">
            <a:avLst/>
          </a:prstGeom>
          <a:noFill/>
        </p:spPr>
        <p:txBody>
          <a:bodyPr wrap="square">
            <a:spAutoFit/>
          </a:bodyPr>
          <a:lstStyle/>
          <a:p>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Install the </a:t>
            </a:r>
            <a:r>
              <a:rPr lang="en-IN"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ntp</a:t>
            </a: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service &amp; nginx server on webservers and deploy static content </a:t>
            </a:r>
          </a:p>
        </p:txBody>
      </p:sp>
    </p:spTree>
    <p:extLst>
      <p:ext uri="{BB962C8B-B14F-4D97-AF65-F5344CB8AC3E}">
        <p14:creationId xmlns:p14="http://schemas.microsoft.com/office/powerpoint/2010/main" val="365163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6BC15-A8A4-F550-CF9E-8BA05545DB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sp>
        <p:nvSpPr>
          <p:cNvPr id="3" name="TextBox 2">
            <a:extLst>
              <a:ext uri="{FF2B5EF4-FFF2-40B4-BE49-F238E27FC236}">
                <a16:creationId xmlns:a16="http://schemas.microsoft.com/office/drawing/2014/main" id="{19E79E5B-AA57-6456-F303-F6A8BB14C7BD}"/>
              </a:ext>
            </a:extLst>
          </p:cNvPr>
          <p:cNvSpPr txBox="1"/>
          <p:nvPr/>
        </p:nvSpPr>
        <p:spPr>
          <a:xfrm>
            <a:off x="2756064" y="131991"/>
            <a:ext cx="5317592" cy="677108"/>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Install Nginx &amp; JDK &amp; MongoDB with in Roles</a:t>
            </a:r>
          </a:p>
          <a:p>
            <a:endParaRPr lang="en-IN" dirty="0"/>
          </a:p>
        </p:txBody>
      </p:sp>
      <p:sp>
        <p:nvSpPr>
          <p:cNvPr id="4" name="TextBox 3">
            <a:extLst>
              <a:ext uri="{FF2B5EF4-FFF2-40B4-BE49-F238E27FC236}">
                <a16:creationId xmlns:a16="http://schemas.microsoft.com/office/drawing/2014/main" id="{14DEAE34-00C2-9E45-E0A3-AFC0EC83CE38}"/>
              </a:ext>
            </a:extLst>
          </p:cNvPr>
          <p:cNvSpPr txBox="1"/>
          <p:nvPr/>
        </p:nvSpPr>
        <p:spPr>
          <a:xfrm>
            <a:off x="524540" y="1155405"/>
            <a:ext cx="6138530" cy="2031325"/>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Install </a:t>
            </a:r>
            <a:r>
              <a:rPr lang="en-IN"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ntp</a:t>
            </a: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service on all servers</a:t>
            </a:r>
          </a:p>
          <a:p>
            <a:pPr marL="285750" indent="-285750">
              <a:buFont typeface="Arial" panose="020B0604020202020204" pitchFamily="34" charset="0"/>
              <a:buChar char="•"/>
            </a:pP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Install the nginx server on webservers</a:t>
            </a:r>
          </a:p>
          <a:p>
            <a:pPr marL="285750" indent="-285750">
              <a:buFont typeface="Arial" panose="020B0604020202020204" pitchFamily="34" charset="0"/>
              <a:buChar char="•"/>
            </a:pP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Deploy static content on webservers</a:t>
            </a:r>
          </a:p>
          <a:p>
            <a:pPr marL="285750" indent="-285750">
              <a:buFont typeface="Arial" panose="020B0604020202020204" pitchFamily="34" charset="0"/>
              <a:buChar char="•"/>
            </a:pP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Install JDK on </a:t>
            </a:r>
            <a:r>
              <a:rPr lang="en-IN"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appservers</a:t>
            </a: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Install MongoDB on </a:t>
            </a:r>
            <a:r>
              <a:rPr lang="en-IN"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dbservers</a:t>
            </a: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p:txBody>
      </p:sp>
    </p:spTree>
    <p:extLst>
      <p:ext uri="{BB962C8B-B14F-4D97-AF65-F5344CB8AC3E}">
        <p14:creationId xmlns:p14="http://schemas.microsoft.com/office/powerpoint/2010/main" val="2410633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6BC15-A8A4-F550-CF9E-8BA05545DB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sp>
        <p:nvSpPr>
          <p:cNvPr id="3" name="TextBox 2">
            <a:extLst>
              <a:ext uri="{FF2B5EF4-FFF2-40B4-BE49-F238E27FC236}">
                <a16:creationId xmlns:a16="http://schemas.microsoft.com/office/drawing/2014/main" id="{19E79E5B-AA57-6456-F303-F6A8BB14C7BD}"/>
              </a:ext>
            </a:extLst>
          </p:cNvPr>
          <p:cNvSpPr txBox="1"/>
          <p:nvPr/>
        </p:nvSpPr>
        <p:spPr>
          <a:xfrm>
            <a:off x="3635022" y="169333"/>
            <a:ext cx="3432085" cy="830997"/>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Introduction - Ansible Galaxy</a:t>
            </a:r>
          </a:p>
          <a:p>
            <a:endParaRPr lang="en-IN" sz="2400" dirty="0"/>
          </a:p>
        </p:txBody>
      </p:sp>
      <p:sp>
        <p:nvSpPr>
          <p:cNvPr id="4" name="TextBox 3">
            <a:extLst>
              <a:ext uri="{FF2B5EF4-FFF2-40B4-BE49-F238E27FC236}">
                <a16:creationId xmlns:a16="http://schemas.microsoft.com/office/drawing/2014/main" id="{E8E9A3C2-D187-395B-E672-0CEAB3016B3E}"/>
              </a:ext>
            </a:extLst>
          </p:cNvPr>
          <p:cNvSpPr txBox="1"/>
          <p:nvPr/>
        </p:nvSpPr>
        <p:spPr>
          <a:xfrm>
            <a:off x="552893" y="1261730"/>
            <a:ext cx="4338084" cy="2031325"/>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Official Ansible roles repository</a:t>
            </a:r>
          </a:p>
          <a:p>
            <a:pPr marL="285750" indent="-285750">
              <a:buFont typeface="Arial" panose="020B0604020202020204" pitchFamily="34" charset="0"/>
              <a:buChar char="•"/>
            </a:pP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Released in 2014</a:t>
            </a:r>
          </a:p>
          <a:p>
            <a:pPr marL="285750" indent="-285750">
              <a:buFont typeface="Arial" panose="020B0604020202020204" pitchFamily="34" charset="0"/>
              <a:buChar char="•"/>
            </a:pP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Published to open source in 2014</a:t>
            </a:r>
          </a:p>
          <a:p>
            <a:pPr marL="285750" indent="-285750">
              <a:buFont typeface="Arial" panose="020B0604020202020204" pitchFamily="34" charset="0"/>
              <a:buChar char="•"/>
            </a:pP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~15000 community roles imported</a:t>
            </a:r>
          </a:p>
          <a:p>
            <a:pPr marL="285750" indent="-285750">
              <a:buFont typeface="Arial" panose="020B0604020202020204" pitchFamily="34" charset="0"/>
              <a:buChar char="•"/>
            </a:pP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Relies on </a:t>
            </a:r>
            <a:r>
              <a:rPr lang="en-IN"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github</a:t>
            </a: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as content provider</a:t>
            </a:r>
          </a:p>
        </p:txBody>
      </p:sp>
    </p:spTree>
    <p:extLst>
      <p:ext uri="{BB962C8B-B14F-4D97-AF65-F5344CB8AC3E}">
        <p14:creationId xmlns:p14="http://schemas.microsoft.com/office/powerpoint/2010/main" val="1747558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6BC15-A8A4-F550-CF9E-8BA05545DB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sp>
        <p:nvSpPr>
          <p:cNvPr id="3" name="TextBox 2">
            <a:extLst>
              <a:ext uri="{FF2B5EF4-FFF2-40B4-BE49-F238E27FC236}">
                <a16:creationId xmlns:a16="http://schemas.microsoft.com/office/drawing/2014/main" id="{19E79E5B-AA57-6456-F303-F6A8BB14C7BD}"/>
              </a:ext>
            </a:extLst>
          </p:cNvPr>
          <p:cNvSpPr txBox="1"/>
          <p:nvPr/>
        </p:nvSpPr>
        <p:spPr>
          <a:xfrm>
            <a:off x="3606668" y="131991"/>
            <a:ext cx="3191081" cy="830997"/>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What is Ansible Galaxy</a:t>
            </a:r>
          </a:p>
          <a:p>
            <a:endParaRPr lang="en-IN" sz="2400" dirty="0">
              <a:solidFill>
                <a:schemeClr val="accent1">
                  <a:lumMod val="75000"/>
                </a:schemeClr>
              </a:solidFill>
              <a:latin typeface="Oswald" panose="00000500000000000000" pitchFamily="2" charset="0"/>
            </a:endParaRPr>
          </a:p>
        </p:txBody>
      </p:sp>
      <p:sp>
        <p:nvSpPr>
          <p:cNvPr id="4" name="TextBox 3">
            <a:extLst>
              <a:ext uri="{FF2B5EF4-FFF2-40B4-BE49-F238E27FC236}">
                <a16:creationId xmlns:a16="http://schemas.microsoft.com/office/drawing/2014/main" id="{A2DD6DE3-57F6-612D-2B08-803903B9E2A0}"/>
              </a:ext>
            </a:extLst>
          </p:cNvPr>
          <p:cNvSpPr txBox="1"/>
          <p:nvPr/>
        </p:nvSpPr>
        <p:spPr>
          <a:xfrm>
            <a:off x="113414" y="1155404"/>
            <a:ext cx="5054009" cy="1615827"/>
          </a:xfrm>
          <a:prstGeom prst="rect">
            <a:avLst/>
          </a:prstGeom>
          <a:noFill/>
        </p:spPr>
        <p:txBody>
          <a:bodyPr wrap="square" rtlCol="0">
            <a:spAutoFit/>
          </a:bodyPr>
          <a:lstStyle/>
          <a:p>
            <a:pPr marL="285750" indent="-285750">
              <a:buFont typeface="Arial" panose="020B0604020202020204" pitchFamily="34" charset="0"/>
              <a:buChar char="•"/>
            </a:pPr>
            <a:r>
              <a:rPr lang="en-IN" sz="11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ansible-galaxy</a:t>
            </a:r>
          </a:p>
          <a:p>
            <a:pPr marL="285750" indent="-285750">
              <a:buFont typeface="Arial" panose="020B0604020202020204" pitchFamily="34" charset="0"/>
              <a:buChar char="•"/>
            </a:pPr>
            <a:endParaRPr lang="en-IN" sz="11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sz="11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Comes bundled with Ansible</a:t>
            </a:r>
          </a:p>
          <a:p>
            <a:pPr marL="285750" indent="-285750">
              <a:buFont typeface="Arial" panose="020B0604020202020204" pitchFamily="34" charset="0"/>
              <a:buChar char="•"/>
            </a:pPr>
            <a:endParaRPr lang="en-IN" sz="11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sz="11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Installs roles from Galaxy directly</a:t>
            </a:r>
          </a:p>
          <a:p>
            <a:pPr marL="285750" indent="-285750">
              <a:buFont typeface="Arial" panose="020B0604020202020204" pitchFamily="34" charset="0"/>
              <a:buChar char="•"/>
            </a:pPr>
            <a:endParaRPr lang="en-IN" sz="11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sz="11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Or from Git</a:t>
            </a:r>
          </a:p>
          <a:p>
            <a:pPr marL="285750" indent="-285750">
              <a:buFont typeface="Arial" panose="020B0604020202020204" pitchFamily="34" charset="0"/>
              <a:buChar char="•"/>
            </a:pPr>
            <a:endParaRPr lang="en-IN" sz="11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sz="11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Manage roles on the Galaxy website</a:t>
            </a:r>
          </a:p>
        </p:txBody>
      </p:sp>
      <p:sp>
        <p:nvSpPr>
          <p:cNvPr id="5" name="TextBox 4">
            <a:extLst>
              <a:ext uri="{FF2B5EF4-FFF2-40B4-BE49-F238E27FC236}">
                <a16:creationId xmlns:a16="http://schemas.microsoft.com/office/drawing/2014/main" id="{3C7AB0DB-4D98-C541-138A-F98A342AADA3}"/>
              </a:ext>
            </a:extLst>
          </p:cNvPr>
          <p:cNvSpPr txBox="1"/>
          <p:nvPr/>
        </p:nvSpPr>
        <p:spPr>
          <a:xfrm>
            <a:off x="1310144" y="2963647"/>
            <a:ext cx="8084288" cy="1869743"/>
          </a:xfrm>
          <a:prstGeom prst="rect">
            <a:avLst/>
          </a:prstGeom>
          <a:noFill/>
        </p:spPr>
        <p:txBody>
          <a:bodyPr wrap="square">
            <a:spAutoFit/>
          </a:bodyPr>
          <a:lstStyle/>
          <a:p>
            <a:pPr marL="171450" indent="-171450" algn="l">
              <a:buFont typeface="Arial" panose="020B0604020202020204" pitchFamily="34" charset="0"/>
              <a:buChar char="•"/>
            </a:pP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Ansible Galaxy is a repository where users can share and fetch roles. </a:t>
            </a:r>
          </a:p>
          <a:p>
            <a:pPr marL="171450" indent="-171450" algn="l">
              <a:buFont typeface="Arial" panose="020B0604020202020204" pitchFamily="34" charset="0"/>
              <a:buChar char="•"/>
            </a:pPr>
            <a:endPar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endParaRPr>
          </a:p>
          <a:p>
            <a:pPr marL="171450" indent="-171450" algn="l">
              <a:buFont typeface="Arial" panose="020B0604020202020204" pitchFamily="34" charset="0"/>
              <a:buChar char="•"/>
            </a:pP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Ansible Galaxy promotes reusable roles for server configuration. </a:t>
            </a:r>
          </a:p>
          <a:p>
            <a:pPr marL="171450" indent="-171450" algn="l">
              <a:buFont typeface="Arial" panose="020B0604020202020204" pitchFamily="34" charset="0"/>
              <a:buChar char="•"/>
            </a:pPr>
            <a:endPar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endParaRPr>
          </a:p>
          <a:p>
            <a:pPr marL="171450" indent="-171450" algn="l">
              <a:buFont typeface="Arial" panose="020B0604020202020204" pitchFamily="34" charset="0"/>
              <a:buChar char="•"/>
            </a:pP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It is very common to use Ansible Galaxy in a project.</a:t>
            </a:r>
          </a:p>
          <a:p>
            <a:pPr marL="171450" indent="-171450" algn="l">
              <a:buFont typeface="Arial" panose="020B0604020202020204" pitchFamily="34" charset="0"/>
              <a:buChar char="•"/>
            </a:pPr>
            <a:endPar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endParaRPr>
          </a:p>
          <a:p>
            <a:pPr marL="171450" indent="-171450" algn="l">
              <a:buFont typeface="Arial" panose="020B0604020202020204" pitchFamily="34" charset="0"/>
              <a:buChar char="•"/>
            </a:pP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Roles are a way of breaking bigger playbooks into a systematic structure.</a:t>
            </a:r>
          </a:p>
          <a:p>
            <a:pPr marL="171450" indent="-171450" algn="l">
              <a:buFont typeface="Arial" panose="020B0604020202020204" pitchFamily="34" charset="0"/>
              <a:buChar char="•"/>
            </a:pPr>
            <a:b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b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We can modify our own roles and use them accordingly. </a:t>
            </a:r>
          </a:p>
          <a:p>
            <a:pPr marL="171450" indent="-171450" algn="l">
              <a:buFont typeface="Arial" panose="020B0604020202020204" pitchFamily="34" charset="0"/>
              <a:buChar char="•"/>
            </a:pPr>
            <a:endPar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171450" indent="-171450" algn="l">
              <a:buFont typeface="Arial" panose="020B0604020202020204" pitchFamily="34" charset="0"/>
              <a:buChar char="•"/>
            </a:pP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You can view more of these roles by visiting this galaxy </a:t>
            </a:r>
            <a:r>
              <a:rPr lang="en-US" sz="1050" b="0" i="0" u="sng"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hlinkClick r:id="rId2">
                  <a:extLst>
                    <a:ext uri="{A12FA001-AC4F-418D-AE19-62706E023703}">
                      <ahyp:hlinkClr xmlns:ahyp="http://schemas.microsoft.com/office/drawing/2018/hyperlinkcolor" val="tx"/>
                    </a:ext>
                  </a:extLst>
                </a:hlinkClick>
              </a:rPr>
              <a:t>https://galaxy.ansible.com/</a:t>
            </a:r>
            <a:endPar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endParaRPr>
          </a:p>
        </p:txBody>
      </p:sp>
    </p:spTree>
    <p:extLst>
      <p:ext uri="{BB962C8B-B14F-4D97-AF65-F5344CB8AC3E}">
        <p14:creationId xmlns:p14="http://schemas.microsoft.com/office/powerpoint/2010/main" val="41796931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6BC15-A8A4-F550-CF9E-8BA05545DB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sp>
        <p:nvSpPr>
          <p:cNvPr id="4" name="TextBox 3">
            <a:extLst>
              <a:ext uri="{FF2B5EF4-FFF2-40B4-BE49-F238E27FC236}">
                <a16:creationId xmlns:a16="http://schemas.microsoft.com/office/drawing/2014/main" id="{7F9FC196-B82B-00BB-F339-47BBB4DB3A12}"/>
              </a:ext>
            </a:extLst>
          </p:cNvPr>
          <p:cNvSpPr txBox="1"/>
          <p:nvPr/>
        </p:nvSpPr>
        <p:spPr>
          <a:xfrm>
            <a:off x="3635022" y="55047"/>
            <a:ext cx="2573867" cy="461665"/>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Using Ansible Galaxy</a:t>
            </a:r>
          </a:p>
        </p:txBody>
      </p:sp>
      <p:pic>
        <p:nvPicPr>
          <p:cNvPr id="6" name="Picture 5">
            <a:extLst>
              <a:ext uri="{FF2B5EF4-FFF2-40B4-BE49-F238E27FC236}">
                <a16:creationId xmlns:a16="http://schemas.microsoft.com/office/drawing/2014/main" id="{2B9A5555-3090-3524-41F2-D9ECAB245063}"/>
              </a:ext>
            </a:extLst>
          </p:cNvPr>
          <p:cNvPicPr>
            <a:picLocks noChangeAspect="1"/>
          </p:cNvPicPr>
          <p:nvPr/>
        </p:nvPicPr>
        <p:blipFill>
          <a:blip r:embed="rId2"/>
          <a:stretch>
            <a:fillRect/>
          </a:stretch>
        </p:blipFill>
        <p:spPr>
          <a:xfrm>
            <a:off x="425081" y="1335617"/>
            <a:ext cx="6153150" cy="3638550"/>
          </a:xfrm>
          <a:prstGeom prst="rect">
            <a:avLst/>
          </a:prstGeom>
        </p:spPr>
      </p:pic>
      <p:sp>
        <p:nvSpPr>
          <p:cNvPr id="7" name="TextBox 6">
            <a:extLst>
              <a:ext uri="{FF2B5EF4-FFF2-40B4-BE49-F238E27FC236}">
                <a16:creationId xmlns:a16="http://schemas.microsoft.com/office/drawing/2014/main" id="{88EEB7C4-6FDD-0A43-2069-C9059B2BDCB6}"/>
              </a:ext>
            </a:extLst>
          </p:cNvPr>
          <p:cNvSpPr txBox="1"/>
          <p:nvPr/>
        </p:nvSpPr>
        <p:spPr>
          <a:xfrm>
            <a:off x="328296" y="1027840"/>
            <a:ext cx="8468373" cy="307777"/>
          </a:xfrm>
          <a:prstGeom prst="rect">
            <a:avLst/>
          </a:prstGeom>
          <a:noFill/>
        </p:spPr>
        <p:txBody>
          <a:bodyPr wrap="square" rtlCol="0">
            <a:spAutoFit/>
          </a:bodyPr>
          <a:lstStyle/>
          <a:p>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Search Roles : https://galaxy.ansible.com/search?deprecated=false&amp;tags=system&amp;keywords=&amp;order_by=-relevance</a:t>
            </a:r>
          </a:p>
        </p:txBody>
      </p:sp>
    </p:spTree>
    <p:extLst>
      <p:ext uri="{BB962C8B-B14F-4D97-AF65-F5344CB8AC3E}">
        <p14:creationId xmlns:p14="http://schemas.microsoft.com/office/powerpoint/2010/main" val="17950119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6BC15-A8A4-F550-CF9E-8BA05545DB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
        <p:nvSpPr>
          <p:cNvPr id="3" name="TextBox 2">
            <a:extLst>
              <a:ext uri="{FF2B5EF4-FFF2-40B4-BE49-F238E27FC236}">
                <a16:creationId xmlns:a16="http://schemas.microsoft.com/office/drawing/2014/main" id="{19E79E5B-AA57-6456-F303-F6A8BB14C7BD}"/>
              </a:ext>
            </a:extLst>
          </p:cNvPr>
          <p:cNvSpPr txBox="1"/>
          <p:nvPr/>
        </p:nvSpPr>
        <p:spPr>
          <a:xfrm>
            <a:off x="2537637" y="131991"/>
            <a:ext cx="5387163" cy="461665"/>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Download &amp; Install Roles from Ansible Galaxy</a:t>
            </a:r>
          </a:p>
        </p:txBody>
      </p:sp>
      <p:sp>
        <p:nvSpPr>
          <p:cNvPr id="4" name="TextBox 3">
            <a:extLst>
              <a:ext uri="{FF2B5EF4-FFF2-40B4-BE49-F238E27FC236}">
                <a16:creationId xmlns:a16="http://schemas.microsoft.com/office/drawing/2014/main" id="{9281DE3A-48BC-8014-EABE-C549BDB111DC}"/>
              </a:ext>
            </a:extLst>
          </p:cNvPr>
          <p:cNvSpPr txBox="1"/>
          <p:nvPr/>
        </p:nvSpPr>
        <p:spPr>
          <a:xfrm>
            <a:off x="545805" y="1155405"/>
            <a:ext cx="5897525" cy="1815882"/>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Install a role:</a:t>
            </a:r>
            <a:b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b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ansible-galaxy install </a:t>
            </a:r>
            <a:r>
              <a:rPr lang="en-IN"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username.rolename</a:t>
            </a: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Install to custom roles path directory:</a:t>
            </a:r>
          </a:p>
          <a:p>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ansible-galaxy install --roles-path . </a:t>
            </a:r>
            <a:r>
              <a:rPr lang="en-IN"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username.rolename</a:t>
            </a: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Install from </a:t>
            </a:r>
            <a:r>
              <a:rPr lang="en-IN"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requirements.yaml</a:t>
            </a: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file:</a:t>
            </a:r>
            <a:b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b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ansible-galaxy install –r </a:t>
            </a:r>
            <a:r>
              <a:rPr lang="en-IN"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requirements.yaml</a:t>
            </a: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p:txBody>
      </p:sp>
    </p:spTree>
    <p:extLst>
      <p:ext uri="{BB962C8B-B14F-4D97-AF65-F5344CB8AC3E}">
        <p14:creationId xmlns:p14="http://schemas.microsoft.com/office/powerpoint/2010/main" val="15627470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6BC15-A8A4-F550-CF9E-8BA05545DB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
        <p:nvSpPr>
          <p:cNvPr id="3" name="TextBox 2">
            <a:extLst>
              <a:ext uri="{FF2B5EF4-FFF2-40B4-BE49-F238E27FC236}">
                <a16:creationId xmlns:a16="http://schemas.microsoft.com/office/drawing/2014/main" id="{19E79E5B-AA57-6456-F303-F6A8BB14C7BD}"/>
              </a:ext>
            </a:extLst>
          </p:cNvPr>
          <p:cNvSpPr txBox="1"/>
          <p:nvPr/>
        </p:nvSpPr>
        <p:spPr>
          <a:xfrm>
            <a:off x="2431312" y="162768"/>
            <a:ext cx="6010939" cy="461665"/>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Download and Install Roles from any git-based SCM</a:t>
            </a:r>
          </a:p>
        </p:txBody>
      </p:sp>
      <p:sp>
        <p:nvSpPr>
          <p:cNvPr id="4" name="TextBox 3">
            <a:extLst>
              <a:ext uri="{FF2B5EF4-FFF2-40B4-BE49-F238E27FC236}">
                <a16:creationId xmlns:a16="http://schemas.microsoft.com/office/drawing/2014/main" id="{C26E93BF-809D-ABBC-044B-B450E3E823B6}"/>
              </a:ext>
            </a:extLst>
          </p:cNvPr>
          <p:cNvSpPr txBox="1"/>
          <p:nvPr/>
        </p:nvSpPr>
        <p:spPr>
          <a:xfrm>
            <a:off x="482009" y="1275907"/>
            <a:ext cx="5897526" cy="307777"/>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ansible-galaxy install </a:t>
            </a:r>
            <a:r>
              <a:rPr lang="en-IN"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git+https</a:t>
            </a: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://github.com/acme/role.git,v1.2.0</a:t>
            </a:r>
          </a:p>
        </p:txBody>
      </p:sp>
    </p:spTree>
    <p:extLst>
      <p:ext uri="{BB962C8B-B14F-4D97-AF65-F5344CB8AC3E}">
        <p14:creationId xmlns:p14="http://schemas.microsoft.com/office/powerpoint/2010/main" val="571918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6BC15-A8A4-F550-CF9E-8BA05545DB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sp>
        <p:nvSpPr>
          <p:cNvPr id="3" name="TextBox 2">
            <a:extLst>
              <a:ext uri="{FF2B5EF4-FFF2-40B4-BE49-F238E27FC236}">
                <a16:creationId xmlns:a16="http://schemas.microsoft.com/office/drawing/2014/main" id="{19E79E5B-AA57-6456-F303-F6A8BB14C7BD}"/>
              </a:ext>
            </a:extLst>
          </p:cNvPr>
          <p:cNvSpPr txBox="1"/>
          <p:nvPr/>
        </p:nvSpPr>
        <p:spPr>
          <a:xfrm>
            <a:off x="2310809" y="84272"/>
            <a:ext cx="6124354" cy="461665"/>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Download and Install Roles </a:t>
            </a:r>
            <a:r>
              <a:rPr lang="en-IN" sz="2400" dirty="0" err="1">
                <a:solidFill>
                  <a:schemeClr val="accent1">
                    <a:lumMod val="75000"/>
                  </a:schemeClr>
                </a:solidFill>
                <a:latin typeface="Oswald" panose="00000500000000000000" pitchFamily="2" charset="0"/>
              </a:rPr>
              <a:t>requirements.yaml</a:t>
            </a:r>
            <a:r>
              <a:rPr lang="en-IN" sz="2400" dirty="0">
                <a:solidFill>
                  <a:schemeClr val="accent1">
                    <a:lumMod val="75000"/>
                  </a:schemeClr>
                </a:solidFill>
                <a:latin typeface="Oswald" panose="00000500000000000000" pitchFamily="2" charset="0"/>
              </a:rPr>
              <a:t> format </a:t>
            </a:r>
          </a:p>
        </p:txBody>
      </p:sp>
      <p:sp>
        <p:nvSpPr>
          <p:cNvPr id="4" name="TextBox 3">
            <a:extLst>
              <a:ext uri="{FF2B5EF4-FFF2-40B4-BE49-F238E27FC236}">
                <a16:creationId xmlns:a16="http://schemas.microsoft.com/office/drawing/2014/main" id="{FE131C6F-2E60-31B0-447B-E22951970C9D}"/>
              </a:ext>
            </a:extLst>
          </p:cNvPr>
          <p:cNvSpPr txBox="1"/>
          <p:nvPr/>
        </p:nvSpPr>
        <p:spPr>
          <a:xfrm>
            <a:off x="446567" y="1233377"/>
            <a:ext cx="6124354" cy="2246769"/>
          </a:xfrm>
          <a:prstGeom prst="rect">
            <a:avLst/>
          </a:prstGeom>
          <a:noFill/>
        </p:spPr>
        <p:txBody>
          <a:bodyPr wrap="square" rtlCol="0">
            <a:spAutoFit/>
          </a:bodyPr>
          <a:lstStyle/>
          <a:p>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from Galaxy</a:t>
            </a:r>
          </a:p>
          <a:p>
            <a:pPr marL="285750" indent="-285750">
              <a:buFontTx/>
              <a:buChar char="-"/>
            </a:pPr>
            <a:r>
              <a:rPr lang="en-IN"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src</a:t>
            </a: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a:t>
            </a:r>
            <a:r>
              <a:rPr lang="en-IN"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bennojoy.nginx</a:t>
            </a: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Tx/>
              <a:buChar char="-"/>
            </a:pP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from </a:t>
            </a:r>
            <a:r>
              <a:rPr lang="en-IN"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Github</a:t>
            </a: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Tx/>
              <a:buChar char="-"/>
            </a:pPr>
            <a:r>
              <a:rPr lang="en-IN"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src</a:t>
            </a: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a:t>
            </a: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hlinkClick r:id="rId2">
                  <a:extLst>
                    <a:ext uri="{A12FA001-AC4F-418D-AE19-62706E023703}">
                      <ahyp:hlinkClr xmlns:ahyp="http://schemas.microsoft.com/office/drawing/2018/hyperlinkcolor" val="tx"/>
                    </a:ext>
                  </a:extLst>
                </a:hlinkClick>
              </a:rPr>
              <a:t>https://github.com/bennojoy/nginx</a:t>
            </a: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Tx/>
              <a:buChar char="-"/>
            </a:pP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from Gitlab or other git-based SCM</a:t>
            </a:r>
          </a:p>
          <a:p>
            <a:pPr marL="285750" indent="-285750">
              <a:buFontTx/>
              <a:buChar char="-"/>
            </a:pPr>
            <a:r>
              <a:rPr lang="en-IN"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src</a:t>
            </a: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a:t>
            </a:r>
            <a:r>
              <a:rPr lang="en-IN" dirty="0" err="1">
                <a:solidFill>
                  <a:srgbClr val="4D77AC"/>
                </a:solidFill>
                <a:latin typeface="Roboto Condensed" panose="02000000000000000000" pitchFamily="2" charset="0"/>
                <a:ea typeface="Roboto Condensed" panose="02000000000000000000" pitchFamily="2" charset="0"/>
                <a:cs typeface="Roboto Condensed" panose="02000000000000000000" pitchFamily="2" charset="0"/>
                <a:hlinkClick r:id="rId3">
                  <a:extLst>
                    <a:ext uri="{A12FA001-AC4F-418D-AE19-62706E023703}">
                      <ahyp:hlinkClr xmlns:ahyp="http://schemas.microsoft.com/office/drawing/2018/hyperlinkcolor" val="tx"/>
                    </a:ext>
                  </a:extLst>
                </a:hlinkClick>
              </a:rPr>
              <a:t>git@gitlab.acme.com:mygroup</a:t>
            </a:r>
            <a:r>
              <a:rPr lang="en-IN" dirty="0">
                <a:solidFill>
                  <a:srgbClr val="4D77AC"/>
                </a:solidFill>
                <a:latin typeface="Roboto Condensed" panose="02000000000000000000" pitchFamily="2" charset="0"/>
                <a:ea typeface="Roboto Condensed" panose="02000000000000000000" pitchFamily="2" charset="0"/>
                <a:cs typeface="Roboto Condensed" panose="02000000000000000000" pitchFamily="2" charset="0"/>
                <a:hlinkClick r:id="rId3">
                  <a:extLst>
                    <a:ext uri="{A12FA001-AC4F-418D-AE19-62706E023703}">
                      <ahyp:hlinkClr xmlns:ahyp="http://schemas.microsoft.com/office/drawing/2018/hyperlinkcolor" val="tx"/>
                    </a:ext>
                  </a:extLst>
                </a:hlinkClick>
              </a:rPr>
              <a:t>/ansible-</a:t>
            </a:r>
            <a:r>
              <a:rPr lang="en-IN"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hlinkClick r:id="rId3">
                  <a:extLst>
                    <a:ext uri="{A12FA001-AC4F-418D-AE19-62706E023703}">
                      <ahyp:hlinkClr xmlns:ahyp="http://schemas.microsoft.com/office/drawing/2018/hyperlinkcolor" val="tx"/>
                    </a:ext>
                  </a:extLst>
                </a:hlinkClick>
              </a:rPr>
              <a:t>base.git</a:t>
            </a: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a:t>
            </a:r>
            <a:r>
              <a:rPr lang="en-IN"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scm</a:t>
            </a: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git</a:t>
            </a:r>
          </a:p>
          <a:p>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version: “0.1”</a:t>
            </a:r>
          </a:p>
        </p:txBody>
      </p:sp>
    </p:spTree>
    <p:extLst>
      <p:ext uri="{BB962C8B-B14F-4D97-AF65-F5344CB8AC3E}">
        <p14:creationId xmlns:p14="http://schemas.microsoft.com/office/powerpoint/2010/main" val="2574092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EF7E92-23DA-6920-0F17-FCB4E7B319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19</a:t>
            </a:fld>
            <a:endParaRPr lang="en"/>
          </a:p>
        </p:txBody>
      </p:sp>
      <p:sp>
        <p:nvSpPr>
          <p:cNvPr id="3" name="TextBox 2">
            <a:extLst>
              <a:ext uri="{FF2B5EF4-FFF2-40B4-BE49-F238E27FC236}">
                <a16:creationId xmlns:a16="http://schemas.microsoft.com/office/drawing/2014/main" id="{35FF8ACE-D7C6-8DDC-EE2A-7EED3CF92C77}"/>
              </a:ext>
            </a:extLst>
          </p:cNvPr>
          <p:cNvSpPr txBox="1"/>
          <p:nvPr/>
        </p:nvSpPr>
        <p:spPr>
          <a:xfrm>
            <a:off x="3941134" y="155157"/>
            <a:ext cx="1920949" cy="461665"/>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Create role </a:t>
            </a:r>
          </a:p>
        </p:txBody>
      </p:sp>
      <p:sp>
        <p:nvSpPr>
          <p:cNvPr id="4" name="TextBox 3">
            <a:extLst>
              <a:ext uri="{FF2B5EF4-FFF2-40B4-BE49-F238E27FC236}">
                <a16:creationId xmlns:a16="http://schemas.microsoft.com/office/drawing/2014/main" id="{4C74CED9-892A-A579-DBC7-B1C0FFE26E35}"/>
              </a:ext>
            </a:extLst>
          </p:cNvPr>
          <p:cNvSpPr txBox="1"/>
          <p:nvPr/>
        </p:nvSpPr>
        <p:spPr>
          <a:xfrm>
            <a:off x="382772" y="1155405"/>
            <a:ext cx="6138530" cy="1169551"/>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Use the </a:t>
            </a:r>
            <a:r>
              <a:rPr lang="en-IN"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init</a:t>
            </a: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command to initialize the basic structure of a new role:</a:t>
            </a:r>
          </a:p>
          <a:p>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ansible-galaxy </a:t>
            </a:r>
            <a:r>
              <a:rPr lang="en-IN"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init</a:t>
            </a: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a:t>
            </a:r>
            <a:r>
              <a:rPr lang="en-IN"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rolename</a:t>
            </a: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Using a custom role skeleton</a:t>
            </a:r>
          </a:p>
          <a:p>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ansible-galaxy </a:t>
            </a:r>
            <a:r>
              <a:rPr lang="en-IN"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init</a:t>
            </a: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--role-skeleton=/path/to/skeleton/</a:t>
            </a:r>
            <a:r>
              <a:rPr lang="en-IN"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role_name</a:t>
            </a: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p:txBody>
      </p:sp>
    </p:spTree>
    <p:extLst>
      <p:ext uri="{BB962C8B-B14F-4D97-AF65-F5344CB8AC3E}">
        <p14:creationId xmlns:p14="http://schemas.microsoft.com/office/powerpoint/2010/main" val="30509225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EF7E92-23DA-6920-0F17-FCB4E7B319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20</a:t>
            </a:fld>
            <a:endParaRPr lang="en"/>
          </a:p>
        </p:txBody>
      </p:sp>
      <p:sp>
        <p:nvSpPr>
          <p:cNvPr id="3" name="TextBox 2">
            <a:extLst>
              <a:ext uri="{FF2B5EF4-FFF2-40B4-BE49-F238E27FC236}">
                <a16:creationId xmlns:a16="http://schemas.microsoft.com/office/drawing/2014/main" id="{759DA786-5D21-B0EE-E0E0-F2063E14D36A}"/>
              </a:ext>
            </a:extLst>
          </p:cNvPr>
          <p:cNvSpPr txBox="1"/>
          <p:nvPr/>
        </p:nvSpPr>
        <p:spPr>
          <a:xfrm>
            <a:off x="3615069" y="0"/>
            <a:ext cx="2169043" cy="461665"/>
          </a:xfrm>
          <a:prstGeom prst="rect">
            <a:avLst/>
          </a:prstGeom>
          <a:noFill/>
        </p:spPr>
        <p:txBody>
          <a:bodyPr wrap="square" rtlCol="0">
            <a:spAutoFit/>
          </a:bodyPr>
          <a:lstStyle/>
          <a:p>
            <a:r>
              <a:rPr lang="en-IN" sz="24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Role structure</a:t>
            </a:r>
          </a:p>
        </p:txBody>
      </p:sp>
      <p:pic>
        <p:nvPicPr>
          <p:cNvPr id="7" name="Picture 6">
            <a:extLst>
              <a:ext uri="{FF2B5EF4-FFF2-40B4-BE49-F238E27FC236}">
                <a16:creationId xmlns:a16="http://schemas.microsoft.com/office/drawing/2014/main" id="{7FE63030-8352-BE89-DC4B-C180CE4883A9}"/>
              </a:ext>
            </a:extLst>
          </p:cNvPr>
          <p:cNvPicPr>
            <a:picLocks noChangeAspect="1"/>
          </p:cNvPicPr>
          <p:nvPr/>
        </p:nvPicPr>
        <p:blipFill>
          <a:blip r:embed="rId2"/>
          <a:stretch>
            <a:fillRect/>
          </a:stretch>
        </p:blipFill>
        <p:spPr>
          <a:xfrm>
            <a:off x="4953618" y="1034903"/>
            <a:ext cx="3709504" cy="3321788"/>
          </a:xfrm>
          <a:prstGeom prst="rect">
            <a:avLst/>
          </a:prstGeom>
        </p:spPr>
      </p:pic>
      <p:sp>
        <p:nvSpPr>
          <p:cNvPr id="9" name="TextBox 8">
            <a:extLst>
              <a:ext uri="{FF2B5EF4-FFF2-40B4-BE49-F238E27FC236}">
                <a16:creationId xmlns:a16="http://schemas.microsoft.com/office/drawing/2014/main" id="{B40789E3-5A88-BF2C-8C16-03228BE9718E}"/>
              </a:ext>
            </a:extLst>
          </p:cNvPr>
          <p:cNvSpPr txBox="1"/>
          <p:nvPr/>
        </p:nvSpPr>
        <p:spPr>
          <a:xfrm>
            <a:off x="315432" y="1034903"/>
            <a:ext cx="4572000" cy="3323987"/>
          </a:xfrm>
          <a:prstGeom prst="rect">
            <a:avLst/>
          </a:prstGeom>
          <a:noFill/>
        </p:spPr>
        <p:txBody>
          <a:bodyPr wrap="square">
            <a:spAutoFit/>
          </a:bodyPr>
          <a:lstStyle/>
          <a:p>
            <a:pPr algn="l">
              <a:buFont typeface="Arial" panose="020B0604020202020204" pitchFamily="34" charset="0"/>
              <a:buChar char="•"/>
            </a:pPr>
            <a:r>
              <a:rPr lang="en-US" sz="1050" b="1"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defaults </a:t>
            </a: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  Includes default values for variables of the role. Here we define some sane default variables, but they have the lowest priority and are usually overridden by other methods to customize the role.</a:t>
            </a:r>
          </a:p>
          <a:p>
            <a:pPr algn="l"/>
            <a:endPar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endParaRPr>
          </a:p>
          <a:p>
            <a:pPr algn="l">
              <a:buFont typeface="Arial" panose="020B0604020202020204" pitchFamily="34" charset="0"/>
              <a:buChar char="•"/>
            </a:pPr>
            <a:r>
              <a:rPr lang="en-US" sz="1050" b="1"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files</a:t>
            </a: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  – Contains static and custom files that the role uses to perform various tasks.</a:t>
            </a:r>
            <a:endPar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algn="l"/>
            <a:endPar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endParaRPr>
          </a:p>
          <a:p>
            <a:pPr algn="l">
              <a:buFont typeface="Arial" panose="020B0604020202020204" pitchFamily="34" charset="0"/>
              <a:buChar char="•"/>
            </a:pPr>
            <a:r>
              <a:rPr lang="en-US" sz="1050" b="1"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handlers</a:t>
            </a: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 – A set of </a:t>
            </a:r>
            <a:r>
              <a:rPr lang="en-US" sz="1050" b="0" i="0" u="none" strike="noStrike"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hlinkClick r:id="rId3">
                  <a:extLst>
                    <a:ext uri="{A12FA001-AC4F-418D-AE19-62706E023703}">
                      <ahyp:hlinkClr xmlns:ahyp="http://schemas.microsoft.com/office/drawing/2018/hyperlinkcolor" val="tx"/>
                    </a:ext>
                  </a:extLst>
                </a:hlinkClick>
              </a:rPr>
              <a:t>handlers</a:t>
            </a: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 that are triggered by tasks of the role. </a:t>
            </a:r>
          </a:p>
          <a:p>
            <a:pPr algn="l">
              <a:buFont typeface="Arial" panose="020B0604020202020204" pitchFamily="34" charset="0"/>
              <a:buChar char="•"/>
            </a:pPr>
            <a:r>
              <a:rPr lang="en-US" sz="1050" b="1"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meta </a:t>
            </a: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 Includes metadata information for the role, its dependencies, the author, license, available platform, etc.</a:t>
            </a:r>
          </a:p>
          <a:p>
            <a:pPr algn="l"/>
            <a:endPar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endParaRPr>
          </a:p>
          <a:p>
            <a:pPr algn="l">
              <a:buFont typeface="Arial" panose="020B0604020202020204" pitchFamily="34" charset="0"/>
              <a:buChar char="•"/>
            </a:pPr>
            <a:r>
              <a:rPr lang="en-US" sz="1050" b="1"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tasks – </a:t>
            </a: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 list of tasks to be executed by the role. This part could be considered similar to the task section of a playbook.</a:t>
            </a:r>
          </a:p>
          <a:p>
            <a:pPr algn="l"/>
            <a:endPar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endParaRPr>
          </a:p>
          <a:p>
            <a:pPr algn="l">
              <a:buFont typeface="Arial" panose="020B0604020202020204" pitchFamily="34" charset="0"/>
              <a:buChar char="•"/>
            </a:pPr>
            <a:r>
              <a:rPr lang="en-US" sz="1050" b="1"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templates </a:t>
            </a: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 Contains </a:t>
            </a:r>
            <a:r>
              <a:rPr lang="en-US" sz="1050" b="0" i="0" u="none" strike="noStrike"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hlinkClick r:id="rId4">
                  <a:extLst>
                    <a:ext uri="{A12FA001-AC4F-418D-AE19-62706E023703}">
                      <ahyp:hlinkClr xmlns:ahyp="http://schemas.microsoft.com/office/drawing/2018/hyperlinkcolor" val="tx"/>
                    </a:ext>
                  </a:extLst>
                </a:hlinkClick>
              </a:rPr>
              <a:t>Jinja2</a:t>
            </a: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 template files used by tasks of the role.</a:t>
            </a:r>
          </a:p>
          <a:p>
            <a:pPr algn="l"/>
            <a:endPar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endParaRPr>
          </a:p>
          <a:p>
            <a:pPr algn="l">
              <a:buFont typeface="Arial" panose="020B0604020202020204" pitchFamily="34" charset="0"/>
              <a:buChar char="•"/>
            </a:pPr>
            <a:r>
              <a:rPr lang="en-US" sz="1050" b="1"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tests – </a:t>
            </a: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Includes configuration files related to role testing.</a:t>
            </a:r>
          </a:p>
          <a:p>
            <a:pPr algn="l"/>
            <a:endPar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endParaRPr>
          </a:p>
          <a:p>
            <a:pPr algn="l">
              <a:buFont typeface="Arial" panose="020B0604020202020204" pitchFamily="34" charset="0"/>
              <a:buChar char="•"/>
            </a:pPr>
            <a:r>
              <a:rPr lang="en-US" sz="1050" b="1"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vars </a:t>
            </a: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 Contains variables defined for the role. These have quite a high </a:t>
            </a:r>
            <a:r>
              <a:rPr lang="en-US" sz="1050" b="0" i="0" u="none" strike="noStrike"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hlinkClick r:id="rId4">
                  <a:extLst>
                    <a:ext uri="{A12FA001-AC4F-418D-AE19-62706E023703}">
                      <ahyp:hlinkClr xmlns:ahyp="http://schemas.microsoft.com/office/drawing/2018/hyperlinkcolor" val="tx"/>
                    </a:ext>
                  </a:extLst>
                </a:hlinkClick>
              </a:rPr>
              <a:t>precedence</a:t>
            </a: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 in Ansible.</a:t>
            </a:r>
          </a:p>
        </p:txBody>
      </p:sp>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D81C7992-3688-849E-2934-6D0EFCFBCE5C}"/>
                  </a:ext>
                </a:extLst>
              </p14:cNvPr>
              <p14:cNvContentPartPr/>
              <p14:nvPr/>
            </p14:nvContentPartPr>
            <p14:xfrm>
              <a:off x="1704969" y="3488529"/>
              <a:ext cx="360" cy="360"/>
            </p14:xfrm>
          </p:contentPart>
        </mc:Choice>
        <mc:Fallback xmlns="">
          <p:pic>
            <p:nvPicPr>
              <p:cNvPr id="10" name="Ink 9">
                <a:extLst>
                  <a:ext uri="{FF2B5EF4-FFF2-40B4-BE49-F238E27FC236}">
                    <a16:creationId xmlns:a16="http://schemas.microsoft.com/office/drawing/2014/main" id="{D81C7992-3688-849E-2934-6D0EFCFBCE5C}"/>
                  </a:ext>
                </a:extLst>
              </p:cNvPr>
              <p:cNvPicPr/>
              <p:nvPr/>
            </p:nvPicPr>
            <p:blipFill>
              <a:blip r:embed="rId6"/>
              <a:stretch>
                <a:fillRect/>
              </a:stretch>
            </p:blipFill>
            <p:spPr>
              <a:xfrm>
                <a:off x="1696329" y="3479889"/>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8F36F2B8-FFB4-D5FD-A8D1-004DB86E5A7E}"/>
                  </a:ext>
                </a:extLst>
              </p14:cNvPr>
              <p14:cNvContentPartPr/>
              <p14:nvPr/>
            </p14:nvContentPartPr>
            <p14:xfrm>
              <a:off x="2199609" y="3463329"/>
              <a:ext cx="360" cy="360"/>
            </p14:xfrm>
          </p:contentPart>
        </mc:Choice>
        <mc:Fallback xmlns="">
          <p:pic>
            <p:nvPicPr>
              <p:cNvPr id="11" name="Ink 10">
                <a:extLst>
                  <a:ext uri="{FF2B5EF4-FFF2-40B4-BE49-F238E27FC236}">
                    <a16:creationId xmlns:a16="http://schemas.microsoft.com/office/drawing/2014/main" id="{8F36F2B8-FFB4-D5FD-A8D1-004DB86E5A7E}"/>
                  </a:ext>
                </a:extLst>
              </p:cNvPr>
              <p:cNvPicPr/>
              <p:nvPr/>
            </p:nvPicPr>
            <p:blipFill>
              <a:blip r:embed="rId6"/>
              <a:stretch>
                <a:fillRect/>
              </a:stretch>
            </p:blipFill>
            <p:spPr>
              <a:xfrm>
                <a:off x="2190969" y="3454329"/>
                <a:ext cx="18000" cy="18000"/>
              </a:xfrm>
              <a:prstGeom prst="rect">
                <a:avLst/>
              </a:prstGeom>
            </p:spPr>
          </p:pic>
        </mc:Fallback>
      </mc:AlternateContent>
      <p:grpSp>
        <p:nvGrpSpPr>
          <p:cNvPr id="14" name="Group 13">
            <a:extLst>
              <a:ext uri="{FF2B5EF4-FFF2-40B4-BE49-F238E27FC236}">
                <a16:creationId xmlns:a16="http://schemas.microsoft.com/office/drawing/2014/main" id="{D661E414-ED26-31C6-708B-9457FAA1C331}"/>
              </a:ext>
            </a:extLst>
          </p:cNvPr>
          <p:cNvGrpSpPr/>
          <p:nvPr/>
        </p:nvGrpSpPr>
        <p:grpSpPr>
          <a:xfrm>
            <a:off x="5942889" y="2861049"/>
            <a:ext cx="11160" cy="15120"/>
            <a:chOff x="5942889" y="2861049"/>
            <a:chExt cx="11160" cy="15120"/>
          </a:xfrm>
        </p:grpSpPr>
        <mc:AlternateContent xmlns:mc="http://schemas.openxmlformats.org/markup-compatibility/2006" xmlns:p14="http://schemas.microsoft.com/office/powerpoint/2010/main">
          <mc:Choice Requires="p14">
            <p:contentPart p14:bwMode="auto" r:id="rId8">
              <p14:nvContentPartPr>
                <p14:cNvPr id="12" name="Ink 11">
                  <a:extLst>
                    <a:ext uri="{FF2B5EF4-FFF2-40B4-BE49-F238E27FC236}">
                      <a16:creationId xmlns:a16="http://schemas.microsoft.com/office/drawing/2014/main" id="{BD84C9DD-A954-29AD-5034-599B7CA55EE7}"/>
                    </a:ext>
                  </a:extLst>
                </p14:cNvPr>
                <p14:cNvContentPartPr/>
                <p14:nvPr/>
              </p14:nvContentPartPr>
              <p14:xfrm>
                <a:off x="5952609" y="2868969"/>
                <a:ext cx="1440" cy="7200"/>
              </p14:xfrm>
            </p:contentPart>
          </mc:Choice>
          <mc:Fallback xmlns="">
            <p:pic>
              <p:nvPicPr>
                <p:cNvPr id="12" name="Ink 11">
                  <a:extLst>
                    <a:ext uri="{FF2B5EF4-FFF2-40B4-BE49-F238E27FC236}">
                      <a16:creationId xmlns:a16="http://schemas.microsoft.com/office/drawing/2014/main" id="{BD84C9DD-A954-29AD-5034-599B7CA55EE7}"/>
                    </a:ext>
                  </a:extLst>
                </p:cNvPr>
                <p:cNvPicPr/>
                <p:nvPr/>
              </p:nvPicPr>
              <p:blipFill>
                <a:blip r:embed="rId9"/>
                <a:stretch>
                  <a:fillRect/>
                </a:stretch>
              </p:blipFill>
              <p:spPr>
                <a:xfrm>
                  <a:off x="5943609" y="2860329"/>
                  <a:ext cx="1908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3" name="Ink 12">
                  <a:extLst>
                    <a:ext uri="{FF2B5EF4-FFF2-40B4-BE49-F238E27FC236}">
                      <a16:creationId xmlns:a16="http://schemas.microsoft.com/office/drawing/2014/main" id="{212D76D6-65E5-AA47-6485-63DB9986AA77}"/>
                    </a:ext>
                  </a:extLst>
                </p14:cNvPr>
                <p14:cNvContentPartPr/>
                <p14:nvPr/>
              </p14:nvContentPartPr>
              <p14:xfrm>
                <a:off x="5942889" y="2861049"/>
                <a:ext cx="1080" cy="360"/>
              </p14:xfrm>
            </p:contentPart>
          </mc:Choice>
          <mc:Fallback xmlns="">
            <p:pic>
              <p:nvPicPr>
                <p:cNvPr id="13" name="Ink 12">
                  <a:extLst>
                    <a:ext uri="{FF2B5EF4-FFF2-40B4-BE49-F238E27FC236}">
                      <a16:creationId xmlns:a16="http://schemas.microsoft.com/office/drawing/2014/main" id="{212D76D6-65E5-AA47-6485-63DB9986AA77}"/>
                    </a:ext>
                  </a:extLst>
                </p:cNvPr>
                <p:cNvPicPr/>
                <p:nvPr/>
              </p:nvPicPr>
              <p:blipFill>
                <a:blip r:embed="rId11"/>
                <a:stretch>
                  <a:fillRect/>
                </a:stretch>
              </p:blipFill>
              <p:spPr>
                <a:xfrm>
                  <a:off x="5933889" y="2852049"/>
                  <a:ext cx="18720" cy="1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348D3870-7D10-236B-BD34-548046F4435D}"/>
                  </a:ext>
                </a:extLst>
              </p14:cNvPr>
              <p14:cNvContentPartPr/>
              <p14:nvPr/>
            </p14:nvContentPartPr>
            <p14:xfrm>
              <a:off x="5695209" y="1543809"/>
              <a:ext cx="1440" cy="7200"/>
            </p14:xfrm>
          </p:contentPart>
        </mc:Choice>
        <mc:Fallback xmlns="">
          <p:pic>
            <p:nvPicPr>
              <p:cNvPr id="15" name="Ink 14">
                <a:extLst>
                  <a:ext uri="{FF2B5EF4-FFF2-40B4-BE49-F238E27FC236}">
                    <a16:creationId xmlns:a16="http://schemas.microsoft.com/office/drawing/2014/main" id="{348D3870-7D10-236B-BD34-548046F4435D}"/>
                  </a:ext>
                </a:extLst>
              </p:cNvPr>
              <p:cNvPicPr/>
              <p:nvPr/>
            </p:nvPicPr>
            <p:blipFill>
              <a:blip r:embed="rId9"/>
              <a:stretch>
                <a:fillRect/>
              </a:stretch>
            </p:blipFill>
            <p:spPr>
              <a:xfrm>
                <a:off x="5686209" y="1534809"/>
                <a:ext cx="19080" cy="24840"/>
              </a:xfrm>
              <a:prstGeom prst="rect">
                <a:avLst/>
              </a:prstGeom>
            </p:spPr>
          </p:pic>
        </mc:Fallback>
      </mc:AlternateContent>
    </p:spTree>
    <p:extLst>
      <p:ext uri="{BB962C8B-B14F-4D97-AF65-F5344CB8AC3E}">
        <p14:creationId xmlns:p14="http://schemas.microsoft.com/office/powerpoint/2010/main" val="42639012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EF7E92-23DA-6920-0F17-FCB4E7B319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21</a:t>
            </a:fld>
            <a:endParaRPr lang="en"/>
          </a:p>
        </p:txBody>
      </p:sp>
      <p:sp>
        <p:nvSpPr>
          <p:cNvPr id="4" name="TextBox 3">
            <a:extLst>
              <a:ext uri="{FF2B5EF4-FFF2-40B4-BE49-F238E27FC236}">
                <a16:creationId xmlns:a16="http://schemas.microsoft.com/office/drawing/2014/main" id="{933D6F7D-D6A3-6A21-1260-99D740B5BC89}"/>
              </a:ext>
            </a:extLst>
          </p:cNvPr>
          <p:cNvSpPr txBox="1"/>
          <p:nvPr/>
        </p:nvSpPr>
        <p:spPr>
          <a:xfrm>
            <a:off x="659218" y="1430363"/>
            <a:ext cx="4572000" cy="276999"/>
          </a:xfrm>
          <a:prstGeom prst="rect">
            <a:avLst/>
          </a:prstGeom>
          <a:noFill/>
        </p:spPr>
        <p:txBody>
          <a:bodyPr wrap="square">
            <a:spAutoFit/>
          </a:bodyPr>
          <a:lstStyle/>
          <a:p>
            <a:pPr marL="171450" indent="-171450">
              <a:buFont typeface="Arial" panose="020B0604020202020204" pitchFamily="34" charset="0"/>
              <a:buChar char="•"/>
            </a:pPr>
            <a:r>
              <a:rPr lang="en-IN"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https://github.com/IBT-learning/ansible-roles-example</a:t>
            </a:r>
          </a:p>
        </p:txBody>
      </p:sp>
      <p:sp>
        <p:nvSpPr>
          <p:cNvPr id="5" name="TextBox 4">
            <a:extLst>
              <a:ext uri="{FF2B5EF4-FFF2-40B4-BE49-F238E27FC236}">
                <a16:creationId xmlns:a16="http://schemas.microsoft.com/office/drawing/2014/main" id="{E268D1D4-6BF7-2040-4ABD-5DD9629CE1F4}"/>
              </a:ext>
            </a:extLst>
          </p:cNvPr>
          <p:cNvSpPr txBox="1"/>
          <p:nvPr/>
        </p:nvSpPr>
        <p:spPr>
          <a:xfrm>
            <a:off x="602511" y="1039582"/>
            <a:ext cx="3147238" cy="461665"/>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ea typeface="Roboto Condensed" panose="02000000000000000000" pitchFamily="2" charset="0"/>
                <a:cs typeface="Roboto Condensed" panose="02000000000000000000" pitchFamily="2" charset="0"/>
              </a:rPr>
              <a:t>Ansible Roles Example</a:t>
            </a:r>
          </a:p>
        </p:txBody>
      </p:sp>
      <p:sp>
        <p:nvSpPr>
          <p:cNvPr id="7" name="TextBox 6">
            <a:extLst>
              <a:ext uri="{FF2B5EF4-FFF2-40B4-BE49-F238E27FC236}">
                <a16:creationId xmlns:a16="http://schemas.microsoft.com/office/drawing/2014/main" id="{A9B864D0-EF47-8D0E-13F9-0B204E8BE249}"/>
              </a:ext>
            </a:extLst>
          </p:cNvPr>
          <p:cNvSpPr txBox="1"/>
          <p:nvPr/>
        </p:nvSpPr>
        <p:spPr>
          <a:xfrm>
            <a:off x="602511" y="2613713"/>
            <a:ext cx="4572000" cy="1107996"/>
          </a:xfrm>
          <a:prstGeom prst="rect">
            <a:avLst/>
          </a:prstGeom>
          <a:noFill/>
        </p:spPr>
        <p:txBody>
          <a:bodyPr wrap="square">
            <a:spAutoFit/>
          </a:bodyPr>
          <a:lstStyle/>
          <a:p>
            <a:pPr marL="285750" indent="-285750">
              <a:buFont typeface="Arial" panose="020B0604020202020204" pitchFamily="34" charset="0"/>
              <a:buChar char="•"/>
            </a:pPr>
            <a:r>
              <a:rPr lang="en-IN" sz="11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https://github.com/truewebartisans/useful-playbooks</a:t>
            </a:r>
          </a:p>
          <a:p>
            <a:pPr marL="285750" indent="-285750">
              <a:buFont typeface="Arial" panose="020B0604020202020204" pitchFamily="34" charset="0"/>
              <a:buChar char="•"/>
            </a:pPr>
            <a:r>
              <a:rPr lang="en-IN" sz="11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https://github.com/lvl3/ansible-skeleton</a:t>
            </a:r>
          </a:p>
          <a:p>
            <a:pPr marL="285750" indent="-285750">
              <a:buFont typeface="Arial" panose="020B0604020202020204" pitchFamily="34" charset="0"/>
              <a:buChar char="•"/>
            </a:pPr>
            <a:r>
              <a:rPr lang="en-IN" sz="11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https://github.com/syedsaadahmed/Ansible-Playbook-Samples/blob/master/reboot_server/playbook.yml</a:t>
            </a:r>
          </a:p>
          <a:p>
            <a:pPr marL="285750" indent="-285750">
              <a:buFont typeface="Arial" panose="020B0604020202020204" pitchFamily="34" charset="0"/>
              <a:buChar char="•"/>
            </a:pPr>
            <a:r>
              <a:rPr lang="en-IN" sz="11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https://github.com/opensearch-project/ansible-playbook/tree/main/roles/linux</a:t>
            </a:r>
          </a:p>
        </p:txBody>
      </p:sp>
      <p:sp>
        <p:nvSpPr>
          <p:cNvPr id="8" name="TextBox 7">
            <a:extLst>
              <a:ext uri="{FF2B5EF4-FFF2-40B4-BE49-F238E27FC236}">
                <a16:creationId xmlns:a16="http://schemas.microsoft.com/office/drawing/2014/main" id="{A6F637E0-0709-0408-6FEA-9F3215F98598}"/>
              </a:ext>
            </a:extLst>
          </p:cNvPr>
          <p:cNvSpPr txBox="1"/>
          <p:nvPr/>
        </p:nvSpPr>
        <p:spPr>
          <a:xfrm>
            <a:off x="528083" y="2176765"/>
            <a:ext cx="3576083" cy="461665"/>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ea typeface="Roboto Condensed" panose="02000000000000000000" pitchFamily="2" charset="0"/>
                <a:cs typeface="Roboto Condensed" panose="02000000000000000000" pitchFamily="2" charset="0"/>
              </a:rPr>
              <a:t>Ansible Playbooks Examples</a:t>
            </a:r>
          </a:p>
        </p:txBody>
      </p:sp>
    </p:spTree>
    <p:extLst>
      <p:ext uri="{BB962C8B-B14F-4D97-AF65-F5344CB8AC3E}">
        <p14:creationId xmlns:p14="http://schemas.microsoft.com/office/powerpoint/2010/main" val="34562812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AD9E0D-FB7B-3191-6F73-B05347D9AFF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22</a:t>
            </a:fld>
            <a:endParaRPr lang="en"/>
          </a:p>
        </p:txBody>
      </p:sp>
      <p:sp>
        <p:nvSpPr>
          <p:cNvPr id="3" name="TextBox 2">
            <a:extLst>
              <a:ext uri="{FF2B5EF4-FFF2-40B4-BE49-F238E27FC236}">
                <a16:creationId xmlns:a16="http://schemas.microsoft.com/office/drawing/2014/main" id="{B367DC6E-FB71-0511-B162-53497FBB53B8}"/>
              </a:ext>
            </a:extLst>
          </p:cNvPr>
          <p:cNvSpPr txBox="1"/>
          <p:nvPr/>
        </p:nvSpPr>
        <p:spPr>
          <a:xfrm>
            <a:off x="3504552" y="114287"/>
            <a:ext cx="1899683" cy="677108"/>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Ansible Vault</a:t>
            </a:r>
          </a:p>
          <a:p>
            <a:endParaRPr lang="en-IN" dirty="0"/>
          </a:p>
        </p:txBody>
      </p:sp>
      <p:sp>
        <p:nvSpPr>
          <p:cNvPr id="5" name="TextBox 4">
            <a:extLst>
              <a:ext uri="{FF2B5EF4-FFF2-40B4-BE49-F238E27FC236}">
                <a16:creationId xmlns:a16="http://schemas.microsoft.com/office/drawing/2014/main" id="{C5283B3B-1C34-2FAA-0037-B846389F76BA}"/>
              </a:ext>
            </a:extLst>
          </p:cNvPr>
          <p:cNvSpPr txBox="1"/>
          <p:nvPr/>
        </p:nvSpPr>
        <p:spPr>
          <a:xfrm>
            <a:off x="393403" y="1074763"/>
            <a:ext cx="8268587" cy="2123658"/>
          </a:xfrm>
          <a:prstGeom prst="rect">
            <a:avLst/>
          </a:prstGeom>
          <a:noFill/>
        </p:spPr>
        <p:txBody>
          <a:bodyPr wrap="square">
            <a:spAutoFit/>
          </a:bodyPr>
          <a:lstStyle/>
          <a:p>
            <a:pPr algn="l"/>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Having infrastructure as code can pose the threat of exposing your sensitive data to the world, leading to unwanted security issues.</a:t>
            </a:r>
          </a:p>
          <a:p>
            <a:pPr algn="l"/>
            <a:endParaRPr lang="en-US"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171450" indent="-171450" algn="l">
              <a:buFont typeface="Arial" panose="020B0604020202020204" pitchFamily="34" charset="0"/>
              <a:buChar char="•"/>
            </a:pPr>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Ansible Vault is a feature that allows you to keep all your secrets safe. </a:t>
            </a:r>
          </a:p>
          <a:p>
            <a:pPr marL="171450" indent="-171450" algn="l">
              <a:buFont typeface="Arial" panose="020B0604020202020204" pitchFamily="34" charset="0"/>
              <a:buChar char="•"/>
            </a:pPr>
            <a:endParaRPr lang="en-US"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171450" indent="-171450" algn="l">
              <a:buFont typeface="Arial" panose="020B0604020202020204" pitchFamily="34" charset="0"/>
              <a:buChar char="•"/>
            </a:pPr>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It can encrypt entire files, entire YAML playbooks or even a few variables. </a:t>
            </a:r>
          </a:p>
          <a:p>
            <a:pPr marL="171450" indent="-171450" algn="l">
              <a:buFont typeface="Arial" panose="020B0604020202020204" pitchFamily="34" charset="0"/>
              <a:buChar char="•"/>
            </a:pPr>
            <a:endParaRPr lang="en-US"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171450" indent="-171450" algn="l">
              <a:buFont typeface="Arial" panose="020B0604020202020204" pitchFamily="34" charset="0"/>
              <a:buChar char="•"/>
            </a:pPr>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It provides a facility where you can not only encrypt sensitive data but also integrate them into your playbooks.</a:t>
            </a:r>
          </a:p>
          <a:p>
            <a:pPr marL="171450" indent="-171450" algn="l">
              <a:buFont typeface="Arial" panose="020B0604020202020204" pitchFamily="34" charset="0"/>
              <a:buChar char="•"/>
            </a:pPr>
            <a:endPar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endParaRPr>
          </a:p>
          <a:p>
            <a:pPr marL="171450" indent="-171450" algn="l">
              <a:buFont typeface="Arial" panose="020B0604020202020204" pitchFamily="34" charset="0"/>
              <a:buChar char="•"/>
            </a:pPr>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Vault is implemented with file-level granularity where the files are either entirely encrypted or entirely unencrypted. </a:t>
            </a:r>
          </a:p>
          <a:p>
            <a:pPr marL="171450" indent="-171450" algn="l">
              <a:buFont typeface="Arial" panose="020B0604020202020204" pitchFamily="34" charset="0"/>
              <a:buChar char="•"/>
            </a:pPr>
            <a:endParaRPr lang="en-US"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171450" indent="-171450" algn="l">
              <a:buFont typeface="Arial" panose="020B0604020202020204" pitchFamily="34" charset="0"/>
              <a:buChar char="•"/>
            </a:pPr>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It uses the same password for encrypting as well as for decrypting files which makes using Ansible Vault very user-friendly.</a:t>
            </a:r>
          </a:p>
        </p:txBody>
      </p:sp>
    </p:spTree>
    <p:extLst>
      <p:ext uri="{BB962C8B-B14F-4D97-AF65-F5344CB8AC3E}">
        <p14:creationId xmlns:p14="http://schemas.microsoft.com/office/powerpoint/2010/main" val="16717529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30D509F-6935-E2EE-B7DB-11CDE88E2BF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23</a:t>
            </a:fld>
            <a:endParaRPr lang="en"/>
          </a:p>
        </p:txBody>
      </p:sp>
      <p:sp>
        <p:nvSpPr>
          <p:cNvPr id="3" name="TextBox 2">
            <a:extLst>
              <a:ext uri="{FF2B5EF4-FFF2-40B4-BE49-F238E27FC236}">
                <a16:creationId xmlns:a16="http://schemas.microsoft.com/office/drawing/2014/main" id="{92851CD6-1808-1AD1-7747-3AFBE51C08C5}"/>
              </a:ext>
            </a:extLst>
          </p:cNvPr>
          <p:cNvSpPr txBox="1"/>
          <p:nvPr/>
        </p:nvSpPr>
        <p:spPr>
          <a:xfrm>
            <a:off x="3504552" y="114287"/>
            <a:ext cx="2882071" cy="677108"/>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Why use Ansible Vault ?</a:t>
            </a:r>
          </a:p>
          <a:p>
            <a:endParaRPr lang="en-IN" dirty="0"/>
          </a:p>
        </p:txBody>
      </p:sp>
      <p:sp>
        <p:nvSpPr>
          <p:cNvPr id="5" name="TextBox 4">
            <a:extLst>
              <a:ext uri="{FF2B5EF4-FFF2-40B4-BE49-F238E27FC236}">
                <a16:creationId xmlns:a16="http://schemas.microsoft.com/office/drawing/2014/main" id="{526792CA-A534-6BF1-758F-8AAA40391BDA}"/>
              </a:ext>
            </a:extLst>
          </p:cNvPr>
          <p:cNvSpPr txBox="1"/>
          <p:nvPr/>
        </p:nvSpPr>
        <p:spPr>
          <a:xfrm>
            <a:off x="338145" y="938025"/>
            <a:ext cx="6913260" cy="3970318"/>
          </a:xfrm>
          <a:prstGeom prst="rect">
            <a:avLst/>
          </a:prstGeom>
          <a:noFill/>
        </p:spPr>
        <p:txBody>
          <a:bodyPr wrap="square">
            <a:spAutoFit/>
          </a:bodyPr>
          <a:lstStyle/>
          <a:p>
            <a:pPr algn="l"/>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As Ansible is being used for automation, there is a high possibility that playbooks contain certain credentials, SSL certificates or other sensitive data. </a:t>
            </a:r>
          </a:p>
          <a:p>
            <a:pPr algn="l"/>
            <a:endPar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algn="l"/>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Saving such sensitive data as plain text is a bad idea. </a:t>
            </a:r>
          </a:p>
          <a:p>
            <a:pPr algn="l"/>
            <a:endPar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algn="l"/>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One wrong commit to GitHub or laptop theft can cause an organization a huge loss. </a:t>
            </a:r>
          </a:p>
          <a:p>
            <a:pPr algn="l"/>
            <a:endPar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algn="l"/>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This is where Ansible vault comes into the picture. </a:t>
            </a:r>
          </a:p>
          <a:p>
            <a:pPr algn="l"/>
            <a:endPar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algn="l"/>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It is a great way of having infrastructure as code, without compromising on the security.</a:t>
            </a:r>
          </a:p>
          <a:p>
            <a:pPr algn="l"/>
            <a:endPar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endParaRPr>
          </a:p>
          <a:p>
            <a:pPr algn="l"/>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Suppose, we have a playbook that provisions your EC2 instance on AWS. </a:t>
            </a:r>
          </a:p>
          <a:p>
            <a:pPr algn="l"/>
            <a:endPar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algn="l"/>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You need to provide your AWS access key id and AWS secret key in the playbook. </a:t>
            </a:r>
          </a:p>
          <a:p>
            <a:pPr algn="l"/>
            <a:endPar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algn="l"/>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You do not share these keys with others for obvious reasons. </a:t>
            </a:r>
          </a:p>
          <a:p>
            <a:pPr algn="l"/>
            <a:endPar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algn="l"/>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How do you keep them unexposed? </a:t>
            </a:r>
          </a:p>
          <a:p>
            <a:pPr algn="l"/>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There are two ways — Either encrypt these two variables and embed them into the playbook or encrypt the entire playbook.</a:t>
            </a:r>
          </a:p>
          <a:p>
            <a:pPr algn="l"/>
            <a:endPar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endParaRPr>
          </a:p>
          <a:p>
            <a:pPr algn="l"/>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This was just one of the scenario where ansible vault can be used. </a:t>
            </a:r>
          </a:p>
          <a:p>
            <a:pPr algn="l"/>
            <a:endPar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algn="l"/>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We can either encrypt entire files or just encrypt few variables which might hold sensitive data and then Ansible automatically decrypts them during runtime. Now we can safely commit these values to GitHub.</a:t>
            </a:r>
          </a:p>
        </p:txBody>
      </p:sp>
    </p:spTree>
    <p:extLst>
      <p:ext uri="{BB962C8B-B14F-4D97-AF65-F5344CB8AC3E}">
        <p14:creationId xmlns:p14="http://schemas.microsoft.com/office/powerpoint/2010/main" val="19811026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1BD7917-8604-4688-5F62-059099C18BD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24</a:t>
            </a:fld>
            <a:endParaRPr lang="en"/>
          </a:p>
        </p:txBody>
      </p:sp>
      <p:sp>
        <p:nvSpPr>
          <p:cNvPr id="3" name="TextBox 2">
            <a:extLst>
              <a:ext uri="{FF2B5EF4-FFF2-40B4-BE49-F238E27FC236}">
                <a16:creationId xmlns:a16="http://schemas.microsoft.com/office/drawing/2014/main" id="{6C4EA613-8FE1-8C5B-9D2D-66035018F7CC}"/>
              </a:ext>
            </a:extLst>
          </p:cNvPr>
          <p:cNvSpPr txBox="1"/>
          <p:nvPr/>
        </p:nvSpPr>
        <p:spPr>
          <a:xfrm>
            <a:off x="3504552" y="114287"/>
            <a:ext cx="2882071" cy="677108"/>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Creating Encrypted File</a:t>
            </a:r>
          </a:p>
          <a:p>
            <a:endParaRPr lang="en-IN" dirty="0"/>
          </a:p>
        </p:txBody>
      </p:sp>
      <p:sp>
        <p:nvSpPr>
          <p:cNvPr id="5" name="TextBox 4">
            <a:extLst>
              <a:ext uri="{FF2B5EF4-FFF2-40B4-BE49-F238E27FC236}">
                <a16:creationId xmlns:a16="http://schemas.microsoft.com/office/drawing/2014/main" id="{D6B02293-0DC7-1C33-2011-729216EA1805}"/>
              </a:ext>
            </a:extLst>
          </p:cNvPr>
          <p:cNvSpPr txBox="1"/>
          <p:nvPr/>
        </p:nvSpPr>
        <p:spPr>
          <a:xfrm>
            <a:off x="457199" y="975778"/>
            <a:ext cx="6787116" cy="261610"/>
          </a:xfrm>
          <a:prstGeom prst="rect">
            <a:avLst/>
          </a:prstGeom>
          <a:noFill/>
        </p:spPr>
        <p:txBody>
          <a:bodyPr wrap="square">
            <a:spAutoFit/>
          </a:bodyPr>
          <a:lstStyle/>
          <a:p>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To create an encrypted file, use the </a:t>
            </a:r>
            <a:r>
              <a:rPr lang="en-US" sz="1050" b="1"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ansible-vault create</a:t>
            </a:r>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 command and pass the filename.</a:t>
            </a:r>
            <a:endPar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7" name="Picture 6">
            <a:extLst>
              <a:ext uri="{FF2B5EF4-FFF2-40B4-BE49-F238E27FC236}">
                <a16:creationId xmlns:a16="http://schemas.microsoft.com/office/drawing/2014/main" id="{AD374CBF-B16F-C1B6-4BEA-4137233DA546}"/>
              </a:ext>
            </a:extLst>
          </p:cNvPr>
          <p:cNvPicPr>
            <a:picLocks noChangeAspect="1"/>
          </p:cNvPicPr>
          <p:nvPr/>
        </p:nvPicPr>
        <p:blipFill>
          <a:blip r:embed="rId2"/>
          <a:stretch>
            <a:fillRect/>
          </a:stretch>
        </p:blipFill>
        <p:spPr>
          <a:xfrm>
            <a:off x="515015" y="1210716"/>
            <a:ext cx="2610957" cy="355578"/>
          </a:xfrm>
          <a:prstGeom prst="rect">
            <a:avLst/>
          </a:prstGeom>
        </p:spPr>
      </p:pic>
      <p:sp>
        <p:nvSpPr>
          <p:cNvPr id="9" name="TextBox 8">
            <a:extLst>
              <a:ext uri="{FF2B5EF4-FFF2-40B4-BE49-F238E27FC236}">
                <a16:creationId xmlns:a16="http://schemas.microsoft.com/office/drawing/2014/main" id="{0A9F1717-E5E4-5732-131D-AD623D8B536C}"/>
              </a:ext>
            </a:extLst>
          </p:cNvPr>
          <p:cNvSpPr txBox="1"/>
          <p:nvPr/>
        </p:nvSpPr>
        <p:spPr>
          <a:xfrm>
            <a:off x="457199" y="1617572"/>
            <a:ext cx="5723860" cy="261610"/>
          </a:xfrm>
          <a:prstGeom prst="rect">
            <a:avLst/>
          </a:prstGeom>
          <a:noFill/>
        </p:spPr>
        <p:txBody>
          <a:bodyPr wrap="square">
            <a:spAutoFit/>
          </a:bodyPr>
          <a:lstStyle/>
          <a:p>
            <a:pPr algn="l"/>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You’ll be prompted to create a password and then confirm it by re-typing it.</a:t>
            </a:r>
          </a:p>
        </p:txBody>
      </p:sp>
      <p:pic>
        <p:nvPicPr>
          <p:cNvPr id="11" name="Picture 10">
            <a:extLst>
              <a:ext uri="{FF2B5EF4-FFF2-40B4-BE49-F238E27FC236}">
                <a16:creationId xmlns:a16="http://schemas.microsoft.com/office/drawing/2014/main" id="{0D55F293-BFC0-1A4E-9B67-AE7121A8D67E}"/>
              </a:ext>
            </a:extLst>
          </p:cNvPr>
          <p:cNvPicPr>
            <a:picLocks noChangeAspect="1"/>
          </p:cNvPicPr>
          <p:nvPr/>
        </p:nvPicPr>
        <p:blipFill>
          <a:blip r:embed="rId3"/>
          <a:stretch>
            <a:fillRect/>
          </a:stretch>
        </p:blipFill>
        <p:spPr>
          <a:xfrm>
            <a:off x="515016" y="1938061"/>
            <a:ext cx="2654066" cy="321305"/>
          </a:xfrm>
          <a:prstGeom prst="rect">
            <a:avLst/>
          </a:prstGeom>
        </p:spPr>
      </p:pic>
      <p:sp>
        <p:nvSpPr>
          <p:cNvPr id="13" name="TextBox 12">
            <a:extLst>
              <a:ext uri="{FF2B5EF4-FFF2-40B4-BE49-F238E27FC236}">
                <a16:creationId xmlns:a16="http://schemas.microsoft.com/office/drawing/2014/main" id="{CE0AE05E-BB86-83A7-58AC-553251CAD94E}"/>
              </a:ext>
            </a:extLst>
          </p:cNvPr>
          <p:cNvSpPr txBox="1"/>
          <p:nvPr/>
        </p:nvSpPr>
        <p:spPr>
          <a:xfrm>
            <a:off x="393403" y="2318245"/>
            <a:ext cx="7495953" cy="430887"/>
          </a:xfrm>
          <a:prstGeom prst="rect">
            <a:avLst/>
          </a:prstGeom>
          <a:noFill/>
        </p:spPr>
        <p:txBody>
          <a:bodyPr wrap="square">
            <a:spAutoFit/>
          </a:bodyPr>
          <a:lstStyle/>
          <a:p>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Once your password is confirmed, a new file will be created and will open an editing window. By default, the editor for Ansible Vault is vi. You can add data, save and exit.</a:t>
            </a:r>
            <a:endPar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15" name="Picture 14">
            <a:extLst>
              <a:ext uri="{FF2B5EF4-FFF2-40B4-BE49-F238E27FC236}">
                <a16:creationId xmlns:a16="http://schemas.microsoft.com/office/drawing/2014/main" id="{0B982D01-DFDE-8D1E-89E3-3601B76A630B}"/>
              </a:ext>
            </a:extLst>
          </p:cNvPr>
          <p:cNvPicPr>
            <a:picLocks noChangeAspect="1"/>
          </p:cNvPicPr>
          <p:nvPr/>
        </p:nvPicPr>
        <p:blipFill>
          <a:blip r:embed="rId4"/>
          <a:stretch>
            <a:fillRect/>
          </a:stretch>
        </p:blipFill>
        <p:spPr>
          <a:xfrm>
            <a:off x="515015" y="2749132"/>
            <a:ext cx="4694938" cy="491331"/>
          </a:xfrm>
          <a:prstGeom prst="rect">
            <a:avLst/>
          </a:prstGeom>
        </p:spPr>
      </p:pic>
      <p:sp>
        <p:nvSpPr>
          <p:cNvPr id="17" name="TextBox 16">
            <a:extLst>
              <a:ext uri="{FF2B5EF4-FFF2-40B4-BE49-F238E27FC236}">
                <a16:creationId xmlns:a16="http://schemas.microsoft.com/office/drawing/2014/main" id="{9D99352A-FB8B-FB12-86DD-B89ABC600564}"/>
              </a:ext>
            </a:extLst>
          </p:cNvPr>
          <p:cNvSpPr txBox="1"/>
          <p:nvPr/>
        </p:nvSpPr>
        <p:spPr>
          <a:xfrm>
            <a:off x="457199" y="3340223"/>
            <a:ext cx="4572000" cy="253916"/>
          </a:xfrm>
          <a:prstGeom prst="rect">
            <a:avLst/>
          </a:prstGeom>
          <a:noFill/>
        </p:spPr>
        <p:txBody>
          <a:bodyPr wrap="square">
            <a:spAutoFit/>
          </a:bodyPr>
          <a:lstStyle/>
          <a:p>
            <a:pPr algn="l"/>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And your file is encrypted.</a:t>
            </a:r>
          </a:p>
        </p:txBody>
      </p:sp>
      <p:pic>
        <p:nvPicPr>
          <p:cNvPr id="19" name="Picture 18">
            <a:extLst>
              <a:ext uri="{FF2B5EF4-FFF2-40B4-BE49-F238E27FC236}">
                <a16:creationId xmlns:a16="http://schemas.microsoft.com/office/drawing/2014/main" id="{80B92605-AF09-25D2-3466-61FBA458369E}"/>
              </a:ext>
            </a:extLst>
          </p:cNvPr>
          <p:cNvPicPr>
            <a:picLocks noChangeAspect="1"/>
          </p:cNvPicPr>
          <p:nvPr/>
        </p:nvPicPr>
        <p:blipFill>
          <a:blip r:embed="rId5"/>
          <a:stretch>
            <a:fillRect/>
          </a:stretch>
        </p:blipFill>
        <p:spPr>
          <a:xfrm>
            <a:off x="520202" y="3696411"/>
            <a:ext cx="4689751" cy="1011173"/>
          </a:xfrm>
          <a:prstGeom prst="rect">
            <a:avLst/>
          </a:prstGeom>
        </p:spPr>
      </p:pic>
    </p:spTree>
    <p:extLst>
      <p:ext uri="{BB962C8B-B14F-4D97-AF65-F5344CB8AC3E}">
        <p14:creationId xmlns:p14="http://schemas.microsoft.com/office/powerpoint/2010/main" val="7077177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4EE9F2-6FEE-2175-FAB2-A9A0661BF1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25</a:t>
            </a:fld>
            <a:endParaRPr lang="en"/>
          </a:p>
        </p:txBody>
      </p:sp>
      <p:sp>
        <p:nvSpPr>
          <p:cNvPr id="3" name="TextBox 2">
            <a:extLst>
              <a:ext uri="{FF2B5EF4-FFF2-40B4-BE49-F238E27FC236}">
                <a16:creationId xmlns:a16="http://schemas.microsoft.com/office/drawing/2014/main" id="{739687D9-B297-21AC-2429-4DC67918A549}"/>
              </a:ext>
            </a:extLst>
          </p:cNvPr>
          <p:cNvSpPr txBox="1"/>
          <p:nvPr/>
        </p:nvSpPr>
        <p:spPr>
          <a:xfrm>
            <a:off x="3504552" y="114287"/>
            <a:ext cx="2882071" cy="461665"/>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Editing Encrypted File</a:t>
            </a:r>
          </a:p>
        </p:txBody>
      </p:sp>
      <p:sp>
        <p:nvSpPr>
          <p:cNvPr id="6" name="TextBox 5">
            <a:extLst>
              <a:ext uri="{FF2B5EF4-FFF2-40B4-BE49-F238E27FC236}">
                <a16:creationId xmlns:a16="http://schemas.microsoft.com/office/drawing/2014/main" id="{96BDF08E-4F41-671D-5B00-1403BF41EBA5}"/>
              </a:ext>
            </a:extLst>
          </p:cNvPr>
          <p:cNvSpPr txBox="1"/>
          <p:nvPr/>
        </p:nvSpPr>
        <p:spPr>
          <a:xfrm>
            <a:off x="373586" y="1053283"/>
            <a:ext cx="7140087" cy="261610"/>
          </a:xfrm>
          <a:prstGeom prst="rect">
            <a:avLst/>
          </a:prstGeom>
          <a:noFill/>
        </p:spPr>
        <p:txBody>
          <a:bodyPr wrap="square">
            <a:spAutoFit/>
          </a:bodyPr>
          <a:lstStyle/>
          <a:p>
            <a:r>
              <a:rPr lang="en-US" sz="11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If you want to edit an encrypted file, you can edit it using </a:t>
            </a:r>
            <a:r>
              <a:rPr lang="en-US" sz="1100" b="1"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ansible-vault edit</a:t>
            </a:r>
            <a:r>
              <a:rPr lang="en-US" sz="11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 command.</a:t>
            </a:r>
            <a:endParaRPr lang="en-IN" sz="11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8" name="Picture 7">
            <a:extLst>
              <a:ext uri="{FF2B5EF4-FFF2-40B4-BE49-F238E27FC236}">
                <a16:creationId xmlns:a16="http://schemas.microsoft.com/office/drawing/2014/main" id="{BE2A4CCB-6FB3-181C-CF17-ECB819E20E29}"/>
              </a:ext>
            </a:extLst>
          </p:cNvPr>
          <p:cNvPicPr>
            <a:picLocks noChangeAspect="1"/>
          </p:cNvPicPr>
          <p:nvPr/>
        </p:nvPicPr>
        <p:blipFill>
          <a:blip r:embed="rId2"/>
          <a:stretch>
            <a:fillRect/>
          </a:stretch>
        </p:blipFill>
        <p:spPr>
          <a:xfrm>
            <a:off x="435610" y="1361060"/>
            <a:ext cx="3207813" cy="380588"/>
          </a:xfrm>
          <a:prstGeom prst="rect">
            <a:avLst/>
          </a:prstGeom>
        </p:spPr>
      </p:pic>
      <p:sp>
        <p:nvSpPr>
          <p:cNvPr id="10" name="TextBox 9">
            <a:extLst>
              <a:ext uri="{FF2B5EF4-FFF2-40B4-BE49-F238E27FC236}">
                <a16:creationId xmlns:a16="http://schemas.microsoft.com/office/drawing/2014/main" id="{CCE1A903-6A73-B0FC-A17B-4CB036C20648}"/>
              </a:ext>
            </a:extLst>
          </p:cNvPr>
          <p:cNvSpPr txBox="1"/>
          <p:nvPr/>
        </p:nvSpPr>
        <p:spPr>
          <a:xfrm>
            <a:off x="301255" y="1879831"/>
            <a:ext cx="7340010" cy="600164"/>
          </a:xfrm>
          <a:prstGeom prst="rect">
            <a:avLst/>
          </a:prstGeom>
          <a:noFill/>
        </p:spPr>
        <p:txBody>
          <a:bodyPr wrap="square">
            <a:spAutoFit/>
          </a:bodyPr>
          <a:lstStyle/>
          <a:p>
            <a:pPr algn="l"/>
            <a:r>
              <a:rPr lang="en-US" sz="11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Where secrets.txt is an already created, encrypted file.</a:t>
            </a:r>
          </a:p>
          <a:p>
            <a:pPr algn="l"/>
            <a:r>
              <a:rPr lang="en-US" sz="11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You’ll be prompted to insert the vault password. </a:t>
            </a:r>
          </a:p>
          <a:p>
            <a:pPr algn="l"/>
            <a:r>
              <a:rPr lang="en-US" sz="11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The file(decrypted version) will open in a vi editor and then you can make the required changes.</a:t>
            </a:r>
          </a:p>
        </p:txBody>
      </p:sp>
      <p:pic>
        <p:nvPicPr>
          <p:cNvPr id="12" name="Picture 11">
            <a:extLst>
              <a:ext uri="{FF2B5EF4-FFF2-40B4-BE49-F238E27FC236}">
                <a16:creationId xmlns:a16="http://schemas.microsoft.com/office/drawing/2014/main" id="{C0C16702-062C-2F44-18DF-9178563E251B}"/>
              </a:ext>
            </a:extLst>
          </p:cNvPr>
          <p:cNvPicPr>
            <a:picLocks noChangeAspect="1"/>
          </p:cNvPicPr>
          <p:nvPr/>
        </p:nvPicPr>
        <p:blipFill>
          <a:blip r:embed="rId3"/>
          <a:stretch>
            <a:fillRect/>
          </a:stretch>
        </p:blipFill>
        <p:spPr>
          <a:xfrm>
            <a:off x="435610" y="2479996"/>
            <a:ext cx="5571277" cy="440558"/>
          </a:xfrm>
          <a:prstGeom prst="rect">
            <a:avLst/>
          </a:prstGeom>
        </p:spPr>
      </p:pic>
      <p:sp>
        <p:nvSpPr>
          <p:cNvPr id="14" name="TextBox 13">
            <a:extLst>
              <a:ext uri="{FF2B5EF4-FFF2-40B4-BE49-F238E27FC236}">
                <a16:creationId xmlns:a16="http://schemas.microsoft.com/office/drawing/2014/main" id="{610FDEAF-A98A-EB87-D1EA-F4B1C94916D3}"/>
              </a:ext>
            </a:extLst>
          </p:cNvPr>
          <p:cNvSpPr txBox="1"/>
          <p:nvPr/>
        </p:nvSpPr>
        <p:spPr>
          <a:xfrm>
            <a:off x="373586" y="2945840"/>
            <a:ext cx="7558302" cy="261610"/>
          </a:xfrm>
          <a:prstGeom prst="rect">
            <a:avLst/>
          </a:prstGeom>
          <a:noFill/>
        </p:spPr>
        <p:txBody>
          <a:bodyPr wrap="square">
            <a:spAutoFit/>
          </a:bodyPr>
          <a:lstStyle/>
          <a:p>
            <a:pPr algn="l"/>
            <a:r>
              <a:rPr lang="en-US" sz="11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If you check the output, you’ll see your text will be encrypted automatically when you save and close.</a:t>
            </a:r>
          </a:p>
        </p:txBody>
      </p:sp>
      <p:pic>
        <p:nvPicPr>
          <p:cNvPr id="16" name="Picture 15">
            <a:extLst>
              <a:ext uri="{FF2B5EF4-FFF2-40B4-BE49-F238E27FC236}">
                <a16:creationId xmlns:a16="http://schemas.microsoft.com/office/drawing/2014/main" id="{8CB068E5-6B1B-3909-8A6E-27569A6FFABD}"/>
              </a:ext>
            </a:extLst>
          </p:cNvPr>
          <p:cNvPicPr>
            <a:picLocks noChangeAspect="1"/>
          </p:cNvPicPr>
          <p:nvPr/>
        </p:nvPicPr>
        <p:blipFill>
          <a:blip r:embed="rId4"/>
          <a:stretch>
            <a:fillRect/>
          </a:stretch>
        </p:blipFill>
        <p:spPr>
          <a:xfrm>
            <a:off x="435610" y="3232737"/>
            <a:ext cx="5571278" cy="1119524"/>
          </a:xfrm>
          <a:prstGeom prst="rect">
            <a:avLst/>
          </a:prstGeom>
        </p:spPr>
      </p:pic>
    </p:spTree>
    <p:extLst>
      <p:ext uri="{BB962C8B-B14F-4D97-AF65-F5344CB8AC3E}">
        <p14:creationId xmlns:p14="http://schemas.microsoft.com/office/powerpoint/2010/main" val="18146108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4EE9F2-6FEE-2175-FAB2-A9A0661BF1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26</a:t>
            </a:fld>
            <a:endParaRPr lang="en"/>
          </a:p>
        </p:txBody>
      </p:sp>
      <p:sp>
        <p:nvSpPr>
          <p:cNvPr id="5" name="TextBox 4">
            <a:extLst>
              <a:ext uri="{FF2B5EF4-FFF2-40B4-BE49-F238E27FC236}">
                <a16:creationId xmlns:a16="http://schemas.microsoft.com/office/drawing/2014/main" id="{900623C3-0B85-5DC0-2776-2DF21EDF4F6A}"/>
              </a:ext>
            </a:extLst>
          </p:cNvPr>
          <p:cNvSpPr txBox="1"/>
          <p:nvPr/>
        </p:nvSpPr>
        <p:spPr>
          <a:xfrm>
            <a:off x="3504552" y="114287"/>
            <a:ext cx="2882071" cy="461665"/>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Viewing Encrypted File</a:t>
            </a:r>
          </a:p>
        </p:txBody>
      </p:sp>
      <p:sp>
        <p:nvSpPr>
          <p:cNvPr id="8" name="TextBox 7">
            <a:extLst>
              <a:ext uri="{FF2B5EF4-FFF2-40B4-BE49-F238E27FC236}">
                <a16:creationId xmlns:a16="http://schemas.microsoft.com/office/drawing/2014/main" id="{C9CEF5D4-1390-4CAC-A16E-1DCF2CD1729A}"/>
              </a:ext>
            </a:extLst>
          </p:cNvPr>
          <p:cNvSpPr txBox="1"/>
          <p:nvPr/>
        </p:nvSpPr>
        <p:spPr>
          <a:xfrm>
            <a:off x="251637" y="1117079"/>
            <a:ext cx="7198242" cy="261610"/>
          </a:xfrm>
          <a:prstGeom prst="rect">
            <a:avLst/>
          </a:prstGeom>
          <a:noFill/>
        </p:spPr>
        <p:txBody>
          <a:bodyPr wrap="square">
            <a:spAutoFit/>
          </a:bodyPr>
          <a:lstStyle/>
          <a:p>
            <a:r>
              <a:rPr lang="en-US" sz="11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If you wish to just view an encrypted file, you can use the </a:t>
            </a:r>
            <a:r>
              <a:rPr lang="en-US" sz="1100" b="1"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ansible-vault view</a:t>
            </a:r>
            <a:r>
              <a:rPr lang="en-US" sz="11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 command</a:t>
            </a:r>
            <a:endParaRPr lang="en-IN" sz="11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10" name="Picture 9">
            <a:extLst>
              <a:ext uri="{FF2B5EF4-FFF2-40B4-BE49-F238E27FC236}">
                <a16:creationId xmlns:a16="http://schemas.microsoft.com/office/drawing/2014/main" id="{605DC00E-1787-C8F0-C888-962638C70069}"/>
              </a:ext>
            </a:extLst>
          </p:cNvPr>
          <p:cNvPicPr>
            <a:picLocks noChangeAspect="1"/>
          </p:cNvPicPr>
          <p:nvPr/>
        </p:nvPicPr>
        <p:blipFill>
          <a:blip r:embed="rId2"/>
          <a:stretch>
            <a:fillRect/>
          </a:stretch>
        </p:blipFill>
        <p:spPr>
          <a:xfrm>
            <a:off x="310116" y="1482799"/>
            <a:ext cx="4821865" cy="432731"/>
          </a:xfrm>
          <a:prstGeom prst="rect">
            <a:avLst/>
          </a:prstGeom>
        </p:spPr>
      </p:pic>
      <p:sp>
        <p:nvSpPr>
          <p:cNvPr id="12" name="TextBox 11">
            <a:extLst>
              <a:ext uri="{FF2B5EF4-FFF2-40B4-BE49-F238E27FC236}">
                <a16:creationId xmlns:a16="http://schemas.microsoft.com/office/drawing/2014/main" id="{59D28C79-2DE4-9BD0-9FD1-BDC499AB5FE2}"/>
              </a:ext>
            </a:extLst>
          </p:cNvPr>
          <p:cNvSpPr txBox="1"/>
          <p:nvPr/>
        </p:nvSpPr>
        <p:spPr>
          <a:xfrm>
            <a:off x="251637" y="2019640"/>
            <a:ext cx="4572000" cy="276999"/>
          </a:xfrm>
          <a:prstGeom prst="rect">
            <a:avLst/>
          </a:prstGeom>
          <a:noFill/>
        </p:spPr>
        <p:txBody>
          <a:bodyPr wrap="square">
            <a:spAutoFit/>
          </a:bodyPr>
          <a:lstStyle/>
          <a:p>
            <a:pPr algn="l"/>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Again you’ll be prompted for a password.</a:t>
            </a:r>
            <a:endParaRPr lang="en-IN"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14" name="Picture 13">
            <a:extLst>
              <a:ext uri="{FF2B5EF4-FFF2-40B4-BE49-F238E27FC236}">
                <a16:creationId xmlns:a16="http://schemas.microsoft.com/office/drawing/2014/main" id="{0932C311-4422-6C9F-64AA-E393C0E31804}"/>
              </a:ext>
            </a:extLst>
          </p:cNvPr>
          <p:cNvPicPr>
            <a:picLocks noChangeAspect="1"/>
          </p:cNvPicPr>
          <p:nvPr/>
        </p:nvPicPr>
        <p:blipFill>
          <a:blip r:embed="rId3"/>
          <a:stretch>
            <a:fillRect/>
          </a:stretch>
        </p:blipFill>
        <p:spPr>
          <a:xfrm>
            <a:off x="310116" y="2400750"/>
            <a:ext cx="4821865" cy="398992"/>
          </a:xfrm>
          <a:prstGeom prst="rect">
            <a:avLst/>
          </a:prstGeom>
        </p:spPr>
      </p:pic>
      <p:sp>
        <p:nvSpPr>
          <p:cNvPr id="16" name="TextBox 15">
            <a:extLst>
              <a:ext uri="{FF2B5EF4-FFF2-40B4-BE49-F238E27FC236}">
                <a16:creationId xmlns:a16="http://schemas.microsoft.com/office/drawing/2014/main" id="{CC6A5D4E-47D4-560D-857A-3B0D059BE53D}"/>
              </a:ext>
            </a:extLst>
          </p:cNvPr>
          <p:cNvSpPr txBox="1"/>
          <p:nvPr/>
        </p:nvSpPr>
        <p:spPr>
          <a:xfrm>
            <a:off x="251637" y="3026148"/>
            <a:ext cx="4572000" cy="707886"/>
          </a:xfrm>
          <a:prstGeom prst="rect">
            <a:avLst/>
          </a:prstGeom>
          <a:noFill/>
        </p:spPr>
        <p:txBody>
          <a:bodyPr wrap="square">
            <a:spAutoFit/>
          </a:bodyPr>
          <a:lstStyle/>
          <a:p>
            <a:pPr algn="l"/>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and you’ll see similar output.</a:t>
            </a:r>
          </a:p>
          <a:p>
            <a:br>
              <a:rPr lang="en-US" dirty="0"/>
            </a:br>
            <a:endParaRPr lang="en-IN" dirty="0"/>
          </a:p>
        </p:txBody>
      </p:sp>
      <p:pic>
        <p:nvPicPr>
          <p:cNvPr id="18" name="Picture 17">
            <a:extLst>
              <a:ext uri="{FF2B5EF4-FFF2-40B4-BE49-F238E27FC236}">
                <a16:creationId xmlns:a16="http://schemas.microsoft.com/office/drawing/2014/main" id="{11A73E28-613E-1A8C-1FBC-CCDB7BDB748D}"/>
              </a:ext>
            </a:extLst>
          </p:cNvPr>
          <p:cNvPicPr>
            <a:picLocks noChangeAspect="1"/>
          </p:cNvPicPr>
          <p:nvPr/>
        </p:nvPicPr>
        <p:blipFill>
          <a:blip r:embed="rId4"/>
          <a:stretch>
            <a:fillRect/>
          </a:stretch>
        </p:blipFill>
        <p:spPr>
          <a:xfrm>
            <a:off x="323202" y="3527053"/>
            <a:ext cx="4808779" cy="655088"/>
          </a:xfrm>
          <a:prstGeom prst="rect">
            <a:avLst/>
          </a:prstGeom>
        </p:spPr>
      </p:pic>
    </p:spTree>
    <p:extLst>
      <p:ext uri="{BB962C8B-B14F-4D97-AF65-F5344CB8AC3E}">
        <p14:creationId xmlns:p14="http://schemas.microsoft.com/office/powerpoint/2010/main" val="1894296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4EE9F2-6FEE-2175-FAB2-A9A0661BF1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27</a:t>
            </a:fld>
            <a:endParaRPr lang="en"/>
          </a:p>
        </p:txBody>
      </p:sp>
      <p:sp>
        <p:nvSpPr>
          <p:cNvPr id="3" name="TextBox 2">
            <a:extLst>
              <a:ext uri="{FF2B5EF4-FFF2-40B4-BE49-F238E27FC236}">
                <a16:creationId xmlns:a16="http://schemas.microsoft.com/office/drawing/2014/main" id="{03B137A6-DA84-7447-C20E-033FB5151FD6}"/>
              </a:ext>
            </a:extLst>
          </p:cNvPr>
          <p:cNvSpPr txBox="1"/>
          <p:nvPr/>
        </p:nvSpPr>
        <p:spPr>
          <a:xfrm>
            <a:off x="3504552" y="114287"/>
            <a:ext cx="2882071" cy="461665"/>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Rekeying Encrypted File</a:t>
            </a:r>
          </a:p>
        </p:txBody>
      </p:sp>
      <p:sp>
        <p:nvSpPr>
          <p:cNvPr id="6" name="TextBox 5">
            <a:extLst>
              <a:ext uri="{FF2B5EF4-FFF2-40B4-BE49-F238E27FC236}">
                <a16:creationId xmlns:a16="http://schemas.microsoft.com/office/drawing/2014/main" id="{97C811B7-CED5-CB1F-D8EF-C72E23348FEE}"/>
              </a:ext>
            </a:extLst>
          </p:cNvPr>
          <p:cNvSpPr txBox="1"/>
          <p:nvPr/>
        </p:nvSpPr>
        <p:spPr>
          <a:xfrm>
            <a:off x="450111" y="1066063"/>
            <a:ext cx="6624083" cy="461665"/>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Of course, there are times where you’ll want to change the vault password.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You can use the </a:t>
            </a:r>
            <a:r>
              <a:rPr kumimoji="0" lang="en-US" altLang="en-US" sz="1200" b="1"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ansible-vault rekey </a:t>
            </a:r>
            <a:r>
              <a:rPr kumimoji="0" lang="en-US" altLang="en-US" sz="1200" b="0"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command.</a:t>
            </a:r>
            <a:endParaRPr kumimoji="0" lang="en-US" altLang="en-US" sz="800" b="0"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8" name="Picture 7">
            <a:extLst>
              <a:ext uri="{FF2B5EF4-FFF2-40B4-BE49-F238E27FC236}">
                <a16:creationId xmlns:a16="http://schemas.microsoft.com/office/drawing/2014/main" id="{9E507FB6-BE4B-CF21-AEDE-ADB6E0338A89}"/>
              </a:ext>
            </a:extLst>
          </p:cNvPr>
          <p:cNvPicPr>
            <a:picLocks noChangeAspect="1"/>
          </p:cNvPicPr>
          <p:nvPr/>
        </p:nvPicPr>
        <p:blipFill>
          <a:blip r:embed="rId3"/>
          <a:stretch>
            <a:fillRect/>
          </a:stretch>
        </p:blipFill>
        <p:spPr>
          <a:xfrm>
            <a:off x="540155" y="1666795"/>
            <a:ext cx="4421705" cy="434078"/>
          </a:xfrm>
          <a:prstGeom prst="rect">
            <a:avLst/>
          </a:prstGeom>
        </p:spPr>
      </p:pic>
      <p:sp>
        <p:nvSpPr>
          <p:cNvPr id="10" name="TextBox 9">
            <a:extLst>
              <a:ext uri="{FF2B5EF4-FFF2-40B4-BE49-F238E27FC236}">
                <a16:creationId xmlns:a16="http://schemas.microsoft.com/office/drawing/2014/main" id="{D229811F-84C3-FB66-4EA7-72DD0F48C851}"/>
              </a:ext>
            </a:extLst>
          </p:cNvPr>
          <p:cNvSpPr txBox="1"/>
          <p:nvPr/>
        </p:nvSpPr>
        <p:spPr>
          <a:xfrm>
            <a:off x="450111" y="2239941"/>
            <a:ext cx="7460512" cy="461665"/>
          </a:xfrm>
          <a:prstGeom prst="rect">
            <a:avLst/>
          </a:prstGeom>
          <a:noFill/>
        </p:spPr>
        <p:txBody>
          <a:bodyPr wrap="square">
            <a:spAutoFit/>
          </a:bodyPr>
          <a:lstStyle/>
          <a:p>
            <a:pPr algn="l"/>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You’ll be prompted with the vault’s current password and then the new password and finally done by confirming the new password.</a:t>
            </a:r>
          </a:p>
        </p:txBody>
      </p:sp>
      <p:pic>
        <p:nvPicPr>
          <p:cNvPr id="12" name="Picture 11">
            <a:extLst>
              <a:ext uri="{FF2B5EF4-FFF2-40B4-BE49-F238E27FC236}">
                <a16:creationId xmlns:a16="http://schemas.microsoft.com/office/drawing/2014/main" id="{6904992F-15B1-88F4-1FA7-53B508A7FA0F}"/>
              </a:ext>
            </a:extLst>
          </p:cNvPr>
          <p:cNvPicPr>
            <a:picLocks noChangeAspect="1"/>
          </p:cNvPicPr>
          <p:nvPr/>
        </p:nvPicPr>
        <p:blipFill>
          <a:blip r:embed="rId4"/>
          <a:stretch>
            <a:fillRect/>
          </a:stretch>
        </p:blipFill>
        <p:spPr>
          <a:xfrm>
            <a:off x="540155" y="2701606"/>
            <a:ext cx="4421705" cy="817623"/>
          </a:xfrm>
          <a:prstGeom prst="rect">
            <a:avLst/>
          </a:prstGeom>
        </p:spPr>
      </p:pic>
    </p:spTree>
    <p:extLst>
      <p:ext uri="{BB962C8B-B14F-4D97-AF65-F5344CB8AC3E}">
        <p14:creationId xmlns:p14="http://schemas.microsoft.com/office/powerpoint/2010/main" val="41038483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4EE9F2-6FEE-2175-FAB2-A9A0661BF1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28</a:t>
            </a:fld>
            <a:endParaRPr lang="en"/>
          </a:p>
        </p:txBody>
      </p:sp>
      <p:sp>
        <p:nvSpPr>
          <p:cNvPr id="4" name="TextBox 3">
            <a:extLst>
              <a:ext uri="{FF2B5EF4-FFF2-40B4-BE49-F238E27FC236}">
                <a16:creationId xmlns:a16="http://schemas.microsoft.com/office/drawing/2014/main" id="{133044E5-A226-201B-FD14-9709542187FA}"/>
              </a:ext>
            </a:extLst>
          </p:cNvPr>
          <p:cNvSpPr txBox="1"/>
          <p:nvPr/>
        </p:nvSpPr>
        <p:spPr>
          <a:xfrm>
            <a:off x="3242931" y="97564"/>
            <a:ext cx="4572000" cy="461665"/>
          </a:xfrm>
          <a:prstGeom prst="rect">
            <a:avLst/>
          </a:prstGeom>
          <a:noFill/>
        </p:spPr>
        <p:txBody>
          <a:bodyPr wrap="square">
            <a:spAutoFit/>
          </a:bodyPr>
          <a:lstStyle/>
          <a:p>
            <a:pPr algn="l"/>
            <a:r>
              <a:rPr lang="en-IN" sz="2400" b="1" i="0" dirty="0">
                <a:solidFill>
                  <a:schemeClr val="accent1">
                    <a:lumMod val="75000"/>
                  </a:schemeClr>
                </a:solidFill>
                <a:effectLst/>
                <a:latin typeface="Oswald" panose="00000500000000000000" pitchFamily="2" charset="0"/>
              </a:rPr>
              <a:t>Encrypting Unencrypted Files</a:t>
            </a:r>
          </a:p>
        </p:txBody>
      </p:sp>
      <p:sp>
        <p:nvSpPr>
          <p:cNvPr id="7" name="TextBox 6">
            <a:extLst>
              <a:ext uri="{FF2B5EF4-FFF2-40B4-BE49-F238E27FC236}">
                <a16:creationId xmlns:a16="http://schemas.microsoft.com/office/drawing/2014/main" id="{F3F0446C-A110-7279-509A-B65CA8598DE9}"/>
              </a:ext>
            </a:extLst>
          </p:cNvPr>
          <p:cNvSpPr txBox="1"/>
          <p:nvPr/>
        </p:nvSpPr>
        <p:spPr>
          <a:xfrm>
            <a:off x="308344" y="1081637"/>
            <a:ext cx="8098465" cy="27699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Suppose you have a file which you wish to encrypt, you can use the </a:t>
            </a:r>
            <a:r>
              <a:rPr kumimoji="0" lang="en-US" altLang="en-US" sz="1200" b="1"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ansible-vault encrypt</a:t>
            </a:r>
            <a:r>
              <a:rPr kumimoji="0" lang="en-US" altLang="en-US" sz="1200" b="0"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 command.</a:t>
            </a:r>
            <a:endParaRPr kumimoji="0" lang="en-US" altLang="en-US" sz="800" b="0"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9" name="Picture 8">
            <a:extLst>
              <a:ext uri="{FF2B5EF4-FFF2-40B4-BE49-F238E27FC236}">
                <a16:creationId xmlns:a16="http://schemas.microsoft.com/office/drawing/2014/main" id="{5C191088-04D3-B709-75B9-6BCDBF39AD50}"/>
              </a:ext>
            </a:extLst>
          </p:cNvPr>
          <p:cNvPicPr>
            <a:picLocks noChangeAspect="1"/>
          </p:cNvPicPr>
          <p:nvPr/>
        </p:nvPicPr>
        <p:blipFill>
          <a:blip r:embed="rId2"/>
          <a:stretch>
            <a:fillRect/>
          </a:stretch>
        </p:blipFill>
        <p:spPr>
          <a:xfrm>
            <a:off x="402265" y="1437578"/>
            <a:ext cx="4169735" cy="424419"/>
          </a:xfrm>
          <a:prstGeom prst="rect">
            <a:avLst/>
          </a:prstGeom>
        </p:spPr>
      </p:pic>
      <p:sp>
        <p:nvSpPr>
          <p:cNvPr id="11" name="TextBox 10">
            <a:extLst>
              <a:ext uri="{FF2B5EF4-FFF2-40B4-BE49-F238E27FC236}">
                <a16:creationId xmlns:a16="http://schemas.microsoft.com/office/drawing/2014/main" id="{835F7F8D-4A1A-AE75-9F24-6AF09AAC6A25}"/>
              </a:ext>
            </a:extLst>
          </p:cNvPr>
          <p:cNvSpPr txBox="1"/>
          <p:nvPr/>
        </p:nvSpPr>
        <p:spPr>
          <a:xfrm>
            <a:off x="308343" y="2014510"/>
            <a:ext cx="6064103" cy="276999"/>
          </a:xfrm>
          <a:prstGeom prst="rect">
            <a:avLst/>
          </a:prstGeom>
          <a:noFill/>
        </p:spPr>
        <p:txBody>
          <a:bodyPr wrap="square">
            <a:spAutoFit/>
          </a:bodyPr>
          <a:lstStyle/>
          <a:p>
            <a:pPr algn="l"/>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You’ll be prompted to insert and confirm password and your file is encrypted.</a:t>
            </a:r>
          </a:p>
        </p:txBody>
      </p:sp>
      <p:pic>
        <p:nvPicPr>
          <p:cNvPr id="13" name="Picture 12">
            <a:extLst>
              <a:ext uri="{FF2B5EF4-FFF2-40B4-BE49-F238E27FC236}">
                <a16:creationId xmlns:a16="http://schemas.microsoft.com/office/drawing/2014/main" id="{D9401582-BF4E-1935-4360-D399C2007320}"/>
              </a:ext>
            </a:extLst>
          </p:cNvPr>
          <p:cNvPicPr>
            <a:picLocks noChangeAspect="1"/>
          </p:cNvPicPr>
          <p:nvPr/>
        </p:nvPicPr>
        <p:blipFill>
          <a:blip r:embed="rId3"/>
          <a:stretch>
            <a:fillRect/>
          </a:stretch>
        </p:blipFill>
        <p:spPr>
          <a:xfrm>
            <a:off x="402265" y="2400112"/>
            <a:ext cx="4240619" cy="680747"/>
          </a:xfrm>
          <a:prstGeom prst="rect">
            <a:avLst/>
          </a:prstGeom>
        </p:spPr>
      </p:pic>
      <p:sp>
        <p:nvSpPr>
          <p:cNvPr id="15" name="TextBox 14">
            <a:extLst>
              <a:ext uri="{FF2B5EF4-FFF2-40B4-BE49-F238E27FC236}">
                <a16:creationId xmlns:a16="http://schemas.microsoft.com/office/drawing/2014/main" id="{E2067E7A-123A-DE5C-2802-0CA97754E4FA}"/>
              </a:ext>
            </a:extLst>
          </p:cNvPr>
          <p:cNvSpPr txBox="1"/>
          <p:nvPr/>
        </p:nvSpPr>
        <p:spPr>
          <a:xfrm>
            <a:off x="308343" y="3189462"/>
            <a:ext cx="4572000" cy="276999"/>
          </a:xfrm>
          <a:prstGeom prst="rect">
            <a:avLst/>
          </a:prstGeom>
          <a:noFill/>
        </p:spPr>
        <p:txBody>
          <a:bodyPr wrap="square">
            <a:spAutoFit/>
          </a:bodyPr>
          <a:lstStyle/>
          <a:p>
            <a:pPr algn="l"/>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Now that you look at file contents, its all encrypted.</a:t>
            </a:r>
          </a:p>
        </p:txBody>
      </p:sp>
      <p:pic>
        <p:nvPicPr>
          <p:cNvPr id="17" name="Picture 16">
            <a:extLst>
              <a:ext uri="{FF2B5EF4-FFF2-40B4-BE49-F238E27FC236}">
                <a16:creationId xmlns:a16="http://schemas.microsoft.com/office/drawing/2014/main" id="{F3822A04-DAA3-D381-D0AC-C625ED9E220B}"/>
              </a:ext>
            </a:extLst>
          </p:cNvPr>
          <p:cNvPicPr>
            <a:picLocks noChangeAspect="1"/>
          </p:cNvPicPr>
          <p:nvPr/>
        </p:nvPicPr>
        <p:blipFill>
          <a:blip r:embed="rId4"/>
          <a:stretch>
            <a:fillRect/>
          </a:stretch>
        </p:blipFill>
        <p:spPr>
          <a:xfrm>
            <a:off x="402265" y="3595609"/>
            <a:ext cx="4240619" cy="937293"/>
          </a:xfrm>
          <a:prstGeom prst="rect">
            <a:avLst/>
          </a:prstGeom>
        </p:spPr>
      </p:pic>
    </p:spTree>
    <p:extLst>
      <p:ext uri="{BB962C8B-B14F-4D97-AF65-F5344CB8AC3E}">
        <p14:creationId xmlns:p14="http://schemas.microsoft.com/office/powerpoint/2010/main" val="36330723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4EE9F2-6FEE-2175-FAB2-A9A0661BF1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29</a:t>
            </a:fld>
            <a:endParaRPr lang="en"/>
          </a:p>
        </p:txBody>
      </p:sp>
      <p:sp>
        <p:nvSpPr>
          <p:cNvPr id="4" name="TextBox 3">
            <a:extLst>
              <a:ext uri="{FF2B5EF4-FFF2-40B4-BE49-F238E27FC236}">
                <a16:creationId xmlns:a16="http://schemas.microsoft.com/office/drawing/2014/main" id="{F883EF5B-CFF4-B8AE-307B-BE5B39AB0021}"/>
              </a:ext>
            </a:extLst>
          </p:cNvPr>
          <p:cNvSpPr txBox="1"/>
          <p:nvPr/>
        </p:nvSpPr>
        <p:spPr>
          <a:xfrm>
            <a:off x="3250018" y="71647"/>
            <a:ext cx="4572000" cy="461665"/>
          </a:xfrm>
          <a:prstGeom prst="rect">
            <a:avLst/>
          </a:prstGeom>
          <a:noFill/>
        </p:spPr>
        <p:txBody>
          <a:bodyPr wrap="square">
            <a:spAutoFit/>
          </a:bodyPr>
          <a:lstStyle/>
          <a:p>
            <a:pPr algn="l"/>
            <a:r>
              <a:rPr lang="en-IN" sz="2400" b="1" i="0" dirty="0">
                <a:solidFill>
                  <a:schemeClr val="accent1">
                    <a:lumMod val="75000"/>
                  </a:schemeClr>
                </a:solidFill>
                <a:effectLst/>
                <a:latin typeface="Oswald" panose="00000500000000000000" pitchFamily="2" charset="0"/>
              </a:rPr>
              <a:t>Decrypting Encrypted Files</a:t>
            </a:r>
          </a:p>
        </p:txBody>
      </p:sp>
      <p:sp>
        <p:nvSpPr>
          <p:cNvPr id="8" name="TextBox 7">
            <a:extLst>
              <a:ext uri="{FF2B5EF4-FFF2-40B4-BE49-F238E27FC236}">
                <a16:creationId xmlns:a16="http://schemas.microsoft.com/office/drawing/2014/main" id="{7AFF34C0-6D04-1BB0-9641-646321182238}"/>
              </a:ext>
            </a:extLst>
          </p:cNvPr>
          <p:cNvSpPr txBox="1"/>
          <p:nvPr/>
        </p:nvSpPr>
        <p:spPr>
          <a:xfrm>
            <a:off x="329609" y="1067460"/>
            <a:ext cx="7240772" cy="307777"/>
          </a:xfrm>
          <a:prstGeom prst="rect">
            <a:avLst/>
          </a:prstGeom>
          <a:noFill/>
        </p:spPr>
        <p:txBody>
          <a:bodyPr wrap="square">
            <a:spAutoFit/>
          </a:bodyPr>
          <a:lstStyle/>
          <a:p>
            <a:r>
              <a:rPr lang="en-US"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If you want to decrypt an encrypted file, you can use </a:t>
            </a:r>
            <a:r>
              <a:rPr lang="en-US" b="1"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ansible-vault decrypt</a:t>
            </a:r>
            <a:r>
              <a:rPr lang="en-US"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 command</a:t>
            </a: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10" name="Picture 9">
            <a:extLst>
              <a:ext uri="{FF2B5EF4-FFF2-40B4-BE49-F238E27FC236}">
                <a16:creationId xmlns:a16="http://schemas.microsoft.com/office/drawing/2014/main" id="{D91CA3E5-046F-678E-3B00-47C7680FEE8F}"/>
              </a:ext>
            </a:extLst>
          </p:cNvPr>
          <p:cNvPicPr>
            <a:picLocks noChangeAspect="1"/>
          </p:cNvPicPr>
          <p:nvPr/>
        </p:nvPicPr>
        <p:blipFill>
          <a:blip r:embed="rId2"/>
          <a:stretch>
            <a:fillRect/>
          </a:stretch>
        </p:blipFill>
        <p:spPr>
          <a:xfrm>
            <a:off x="409354" y="1548597"/>
            <a:ext cx="4162646" cy="356313"/>
          </a:xfrm>
          <a:prstGeom prst="rect">
            <a:avLst/>
          </a:prstGeom>
        </p:spPr>
      </p:pic>
      <p:sp>
        <p:nvSpPr>
          <p:cNvPr id="12" name="TextBox 11">
            <a:extLst>
              <a:ext uri="{FF2B5EF4-FFF2-40B4-BE49-F238E27FC236}">
                <a16:creationId xmlns:a16="http://schemas.microsoft.com/office/drawing/2014/main" id="{0BDD5687-A31A-1513-FEB0-C82BD5BE3A08}"/>
              </a:ext>
            </a:extLst>
          </p:cNvPr>
          <p:cNvSpPr txBox="1"/>
          <p:nvPr/>
        </p:nvSpPr>
        <p:spPr>
          <a:xfrm>
            <a:off x="329609" y="2094696"/>
            <a:ext cx="6212958" cy="307777"/>
          </a:xfrm>
          <a:prstGeom prst="rect">
            <a:avLst/>
          </a:prstGeom>
          <a:noFill/>
        </p:spPr>
        <p:txBody>
          <a:bodyPr wrap="square">
            <a:spAutoFit/>
          </a:bodyPr>
          <a:lstStyle/>
          <a:p>
            <a:pPr algn="l"/>
            <a:r>
              <a:rPr lang="en-US"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As usual, it’ll prompt you to insert and confirm the vault password.</a:t>
            </a:r>
          </a:p>
        </p:txBody>
      </p:sp>
      <p:pic>
        <p:nvPicPr>
          <p:cNvPr id="14" name="Picture 13">
            <a:extLst>
              <a:ext uri="{FF2B5EF4-FFF2-40B4-BE49-F238E27FC236}">
                <a16:creationId xmlns:a16="http://schemas.microsoft.com/office/drawing/2014/main" id="{9EBF4BBD-13CD-7D8F-FBBD-D87C34A5468A}"/>
              </a:ext>
            </a:extLst>
          </p:cNvPr>
          <p:cNvPicPr>
            <a:picLocks noChangeAspect="1"/>
          </p:cNvPicPr>
          <p:nvPr/>
        </p:nvPicPr>
        <p:blipFill>
          <a:blip r:embed="rId3"/>
          <a:stretch>
            <a:fillRect/>
          </a:stretch>
        </p:blipFill>
        <p:spPr>
          <a:xfrm>
            <a:off x="409354" y="2545188"/>
            <a:ext cx="4162646" cy="509712"/>
          </a:xfrm>
          <a:prstGeom prst="rect">
            <a:avLst/>
          </a:prstGeom>
        </p:spPr>
      </p:pic>
    </p:spTree>
    <p:extLst>
      <p:ext uri="{BB962C8B-B14F-4D97-AF65-F5344CB8AC3E}">
        <p14:creationId xmlns:p14="http://schemas.microsoft.com/office/powerpoint/2010/main" val="24373990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4EE9F2-6FEE-2175-FAB2-A9A0661BF1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30</a:t>
            </a:fld>
            <a:endParaRPr lang="en"/>
          </a:p>
        </p:txBody>
      </p:sp>
      <p:sp>
        <p:nvSpPr>
          <p:cNvPr id="4" name="TextBox 3">
            <a:extLst>
              <a:ext uri="{FF2B5EF4-FFF2-40B4-BE49-F238E27FC236}">
                <a16:creationId xmlns:a16="http://schemas.microsoft.com/office/drawing/2014/main" id="{CB3F6676-F155-5F1B-8285-D7938FF3B085}"/>
              </a:ext>
            </a:extLst>
          </p:cNvPr>
          <p:cNvSpPr txBox="1"/>
          <p:nvPr/>
        </p:nvSpPr>
        <p:spPr>
          <a:xfrm>
            <a:off x="3186223" y="196801"/>
            <a:ext cx="4572000" cy="892552"/>
          </a:xfrm>
          <a:prstGeom prst="rect">
            <a:avLst/>
          </a:prstGeom>
          <a:noFill/>
        </p:spPr>
        <p:txBody>
          <a:bodyPr wrap="square">
            <a:spAutoFit/>
          </a:bodyPr>
          <a:lstStyle/>
          <a:p>
            <a:pPr algn="l"/>
            <a:r>
              <a:rPr lang="en-IN" sz="2400" b="1" i="0" dirty="0">
                <a:solidFill>
                  <a:schemeClr val="accent1">
                    <a:lumMod val="75000"/>
                  </a:schemeClr>
                </a:solidFill>
                <a:effectLst/>
                <a:latin typeface="Oswald" panose="00000500000000000000" pitchFamily="2" charset="0"/>
              </a:rPr>
              <a:t>Encrypting specific variables</a:t>
            </a:r>
          </a:p>
          <a:p>
            <a:br>
              <a:rPr lang="en-IN" dirty="0"/>
            </a:br>
            <a:endParaRPr lang="en-IN" dirty="0"/>
          </a:p>
        </p:txBody>
      </p:sp>
      <p:sp>
        <p:nvSpPr>
          <p:cNvPr id="6" name="TextBox 5">
            <a:extLst>
              <a:ext uri="{FF2B5EF4-FFF2-40B4-BE49-F238E27FC236}">
                <a16:creationId xmlns:a16="http://schemas.microsoft.com/office/drawing/2014/main" id="{FCD540BD-E0FE-0D47-F394-D3F18E9E8CFB}"/>
              </a:ext>
            </a:extLst>
          </p:cNvPr>
          <p:cNvSpPr txBox="1"/>
          <p:nvPr/>
        </p:nvSpPr>
        <p:spPr>
          <a:xfrm>
            <a:off x="357963" y="1089353"/>
            <a:ext cx="7814930" cy="1569660"/>
          </a:xfrm>
          <a:prstGeom prst="rect">
            <a:avLst/>
          </a:prstGeom>
          <a:noFill/>
        </p:spPr>
        <p:txBody>
          <a:bodyPr wrap="square">
            <a:spAutoFit/>
          </a:bodyPr>
          <a:lstStyle/>
          <a:p>
            <a:pPr algn="l"/>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Best practice while using Ansible Vault is to encrypt only the sensitive data. </a:t>
            </a:r>
          </a:p>
          <a:p>
            <a:pPr algn="l"/>
            <a:endParaRPr lang="en-US"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algn="l"/>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In the example explained above, the development team does not want to share their password with the production and the staging team but they might need access to certain data to carry out their own task. </a:t>
            </a:r>
          </a:p>
          <a:p>
            <a:pPr algn="l"/>
            <a:endParaRPr lang="en-US"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algn="l"/>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In such cases you should only be encrypting the data you do not want to share with others, leaving the rest as it is.</a:t>
            </a:r>
          </a:p>
          <a:p>
            <a:pPr algn="l"/>
            <a:endPar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endParaRPr>
          </a:p>
          <a:p>
            <a:pPr algn="l"/>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Ansible Vault allows you to encrypt only specific variables. You can use the </a:t>
            </a:r>
            <a:r>
              <a:rPr lang="en-US" sz="1200" b="1"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ansible-vault </a:t>
            </a:r>
            <a:r>
              <a:rPr lang="en-US" sz="1200" b="1" i="0" dirty="0" err="1">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encrypt_string</a:t>
            </a:r>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 command for this.</a:t>
            </a:r>
          </a:p>
        </p:txBody>
      </p:sp>
      <p:pic>
        <p:nvPicPr>
          <p:cNvPr id="8" name="Picture 7">
            <a:extLst>
              <a:ext uri="{FF2B5EF4-FFF2-40B4-BE49-F238E27FC236}">
                <a16:creationId xmlns:a16="http://schemas.microsoft.com/office/drawing/2014/main" id="{0899EC9B-6293-066D-22AF-EDBEB075DAED}"/>
              </a:ext>
            </a:extLst>
          </p:cNvPr>
          <p:cNvPicPr>
            <a:picLocks noChangeAspect="1"/>
          </p:cNvPicPr>
          <p:nvPr/>
        </p:nvPicPr>
        <p:blipFill>
          <a:blip r:embed="rId2"/>
          <a:stretch>
            <a:fillRect/>
          </a:stretch>
        </p:blipFill>
        <p:spPr>
          <a:xfrm>
            <a:off x="448118" y="2675866"/>
            <a:ext cx="3656049" cy="410792"/>
          </a:xfrm>
          <a:prstGeom prst="rect">
            <a:avLst/>
          </a:prstGeom>
        </p:spPr>
      </p:pic>
      <p:sp>
        <p:nvSpPr>
          <p:cNvPr id="10" name="TextBox 9">
            <a:extLst>
              <a:ext uri="{FF2B5EF4-FFF2-40B4-BE49-F238E27FC236}">
                <a16:creationId xmlns:a16="http://schemas.microsoft.com/office/drawing/2014/main" id="{6D641FF9-22AB-D4C2-A513-DB4DC1FE6AC5}"/>
              </a:ext>
            </a:extLst>
          </p:cNvPr>
          <p:cNvSpPr txBox="1"/>
          <p:nvPr/>
        </p:nvSpPr>
        <p:spPr>
          <a:xfrm>
            <a:off x="308343" y="3147277"/>
            <a:ext cx="6489405" cy="646331"/>
          </a:xfrm>
          <a:prstGeom prst="rect">
            <a:avLst/>
          </a:prstGeom>
          <a:noFill/>
        </p:spPr>
        <p:txBody>
          <a:bodyPr wrap="square">
            <a:spAutoFit/>
          </a:bodyPr>
          <a:lstStyle/>
          <a:p>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You’ll be prompted to insert and then confirm the vault password. </a:t>
            </a:r>
          </a:p>
          <a:p>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You can then start inserting the string value that you wish to encrypt. </a:t>
            </a:r>
          </a:p>
          <a:p>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Press ctrl-d to end input. Now you can assign this encrypted value to a string in the playbook.</a:t>
            </a:r>
            <a:endParaRPr lang="en-IN"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12" name="Picture 11">
            <a:extLst>
              <a:ext uri="{FF2B5EF4-FFF2-40B4-BE49-F238E27FC236}">
                <a16:creationId xmlns:a16="http://schemas.microsoft.com/office/drawing/2014/main" id="{84C910A1-8A64-07FB-0E4C-D1B85ABF87E4}"/>
              </a:ext>
            </a:extLst>
          </p:cNvPr>
          <p:cNvPicPr>
            <a:picLocks noChangeAspect="1"/>
          </p:cNvPicPr>
          <p:nvPr/>
        </p:nvPicPr>
        <p:blipFill>
          <a:blip r:embed="rId3"/>
          <a:stretch>
            <a:fillRect/>
          </a:stretch>
        </p:blipFill>
        <p:spPr>
          <a:xfrm>
            <a:off x="414667" y="3797523"/>
            <a:ext cx="4469218" cy="1253833"/>
          </a:xfrm>
          <a:prstGeom prst="rect">
            <a:avLst/>
          </a:prstGeom>
        </p:spPr>
      </p:pic>
    </p:spTree>
    <p:extLst>
      <p:ext uri="{BB962C8B-B14F-4D97-AF65-F5344CB8AC3E}">
        <p14:creationId xmlns:p14="http://schemas.microsoft.com/office/powerpoint/2010/main" val="35922065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4EE9F2-6FEE-2175-FAB2-A9A0661BF1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31</a:t>
            </a:fld>
            <a:endParaRPr lang="en"/>
          </a:p>
        </p:txBody>
      </p:sp>
      <p:sp>
        <p:nvSpPr>
          <p:cNvPr id="4" name="TextBox 3">
            <a:extLst>
              <a:ext uri="{FF2B5EF4-FFF2-40B4-BE49-F238E27FC236}">
                <a16:creationId xmlns:a16="http://schemas.microsoft.com/office/drawing/2014/main" id="{B44B2FE0-E988-8859-876C-AEA44799C8A5}"/>
              </a:ext>
            </a:extLst>
          </p:cNvPr>
          <p:cNvSpPr txBox="1"/>
          <p:nvPr/>
        </p:nvSpPr>
        <p:spPr>
          <a:xfrm>
            <a:off x="2332074" y="116222"/>
            <a:ext cx="5610447" cy="461665"/>
          </a:xfrm>
          <a:prstGeom prst="rect">
            <a:avLst/>
          </a:prstGeom>
          <a:noFill/>
        </p:spPr>
        <p:txBody>
          <a:bodyPr wrap="square">
            <a:spAutoFit/>
          </a:bodyPr>
          <a:lstStyle/>
          <a:p>
            <a:pPr algn="l"/>
            <a:r>
              <a:rPr lang="en-US" sz="2400" b="1" i="0" dirty="0">
                <a:solidFill>
                  <a:schemeClr val="accent1">
                    <a:lumMod val="75000"/>
                  </a:schemeClr>
                </a:solidFill>
                <a:effectLst/>
                <a:latin typeface="Oswald" panose="00000500000000000000" pitchFamily="2" charset="0"/>
                <a:ea typeface="Roboto Condensed" panose="02000000000000000000" pitchFamily="2" charset="0"/>
                <a:cs typeface="Roboto Condensed" panose="02000000000000000000" pitchFamily="2" charset="0"/>
              </a:rPr>
              <a:t>Decrypting Encrypted Files During Runtime</a:t>
            </a:r>
          </a:p>
        </p:txBody>
      </p:sp>
      <p:sp>
        <p:nvSpPr>
          <p:cNvPr id="6" name="TextBox 5">
            <a:extLst>
              <a:ext uri="{FF2B5EF4-FFF2-40B4-BE49-F238E27FC236}">
                <a16:creationId xmlns:a16="http://schemas.microsoft.com/office/drawing/2014/main" id="{FB5532B9-55EE-265B-92E1-F4307A078445}"/>
              </a:ext>
            </a:extLst>
          </p:cNvPr>
          <p:cNvSpPr txBox="1"/>
          <p:nvPr/>
        </p:nvSpPr>
        <p:spPr>
          <a:xfrm>
            <a:off x="379226" y="919668"/>
            <a:ext cx="7822019" cy="276999"/>
          </a:xfrm>
          <a:prstGeom prst="rect">
            <a:avLst/>
          </a:prstGeom>
          <a:noFill/>
        </p:spPr>
        <p:txBody>
          <a:bodyPr wrap="square">
            <a:spAutoFit/>
          </a:bodyPr>
          <a:lstStyle/>
          <a:p>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If you wish to decrypt a file during runtime, you could use </a:t>
            </a:r>
            <a:r>
              <a:rPr lang="en-US" sz="1200" b="1"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–ask-vault-pass</a:t>
            </a:r>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 flag.</a:t>
            </a:r>
            <a:endParaRPr lang="en-IN"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8" name="Picture 7">
            <a:extLst>
              <a:ext uri="{FF2B5EF4-FFF2-40B4-BE49-F238E27FC236}">
                <a16:creationId xmlns:a16="http://schemas.microsoft.com/office/drawing/2014/main" id="{DC1E3475-F114-92F0-14B3-A42ACC0577A8}"/>
              </a:ext>
            </a:extLst>
          </p:cNvPr>
          <p:cNvPicPr>
            <a:picLocks noChangeAspect="1"/>
          </p:cNvPicPr>
          <p:nvPr/>
        </p:nvPicPr>
        <p:blipFill>
          <a:blip r:embed="rId2"/>
          <a:stretch>
            <a:fillRect/>
          </a:stretch>
        </p:blipFill>
        <p:spPr>
          <a:xfrm>
            <a:off x="466890" y="1206110"/>
            <a:ext cx="5133422" cy="446056"/>
          </a:xfrm>
          <a:prstGeom prst="rect">
            <a:avLst/>
          </a:prstGeom>
        </p:spPr>
      </p:pic>
      <p:sp>
        <p:nvSpPr>
          <p:cNvPr id="10" name="TextBox 9">
            <a:extLst>
              <a:ext uri="{FF2B5EF4-FFF2-40B4-BE49-F238E27FC236}">
                <a16:creationId xmlns:a16="http://schemas.microsoft.com/office/drawing/2014/main" id="{72E9C9B3-29C3-F278-32CD-B0338450F675}"/>
              </a:ext>
            </a:extLst>
          </p:cNvPr>
          <p:cNvSpPr txBox="1"/>
          <p:nvPr/>
        </p:nvSpPr>
        <p:spPr>
          <a:xfrm>
            <a:off x="379226" y="1730216"/>
            <a:ext cx="6985592" cy="461665"/>
          </a:xfrm>
          <a:prstGeom prst="rect">
            <a:avLst/>
          </a:prstGeom>
          <a:noFill/>
        </p:spPr>
        <p:txBody>
          <a:bodyPr wrap="square">
            <a:spAutoFit/>
          </a:bodyPr>
          <a:lstStyle/>
          <a:p>
            <a:pPr algn="l"/>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This will decrypt all the encrypted files that are used for this </a:t>
            </a:r>
            <a:r>
              <a:rPr lang="en-US" sz="1200" b="0" i="0" dirty="0" err="1">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launch.yml</a:t>
            </a:r>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 playbook to execute. Also, this is only possible if all the files are encrypted with the same password.</a:t>
            </a:r>
            <a:endParaRPr lang="en-IN"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12" name="Picture 11">
            <a:extLst>
              <a:ext uri="{FF2B5EF4-FFF2-40B4-BE49-F238E27FC236}">
                <a16:creationId xmlns:a16="http://schemas.microsoft.com/office/drawing/2014/main" id="{1C3035F7-ABEA-0747-9192-7FC3065065CE}"/>
              </a:ext>
            </a:extLst>
          </p:cNvPr>
          <p:cNvPicPr>
            <a:picLocks noChangeAspect="1"/>
          </p:cNvPicPr>
          <p:nvPr/>
        </p:nvPicPr>
        <p:blipFill>
          <a:blip r:embed="rId3"/>
          <a:stretch>
            <a:fillRect/>
          </a:stretch>
        </p:blipFill>
        <p:spPr>
          <a:xfrm>
            <a:off x="459304" y="2195468"/>
            <a:ext cx="5133423" cy="290571"/>
          </a:xfrm>
          <a:prstGeom prst="rect">
            <a:avLst/>
          </a:prstGeom>
        </p:spPr>
      </p:pic>
      <p:sp>
        <p:nvSpPr>
          <p:cNvPr id="14" name="TextBox 13">
            <a:extLst>
              <a:ext uri="{FF2B5EF4-FFF2-40B4-BE49-F238E27FC236}">
                <a16:creationId xmlns:a16="http://schemas.microsoft.com/office/drawing/2014/main" id="{63DA4133-78B2-3200-9B6E-FF17E3D36BE2}"/>
              </a:ext>
            </a:extLst>
          </p:cNvPr>
          <p:cNvSpPr txBox="1"/>
          <p:nvPr/>
        </p:nvSpPr>
        <p:spPr>
          <a:xfrm>
            <a:off x="379226" y="2536121"/>
            <a:ext cx="7162801" cy="830997"/>
          </a:xfrm>
          <a:prstGeom prst="rect">
            <a:avLst/>
          </a:prstGeom>
          <a:noFill/>
        </p:spPr>
        <p:txBody>
          <a:bodyPr wrap="square">
            <a:spAutoFit/>
          </a:bodyPr>
          <a:lstStyle/>
          <a:p>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Password prompts can get annoying. The purpose of automation becomes pointless. </a:t>
            </a:r>
          </a:p>
          <a:p>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How do we make this better? </a:t>
            </a:r>
          </a:p>
          <a:p>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Ansible has a feature called “password file” which references to a file containing the password. You can then just pass this password file during runtime to automate it.</a:t>
            </a:r>
            <a:endParaRPr lang="en-IN"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16" name="Picture 15">
            <a:extLst>
              <a:ext uri="{FF2B5EF4-FFF2-40B4-BE49-F238E27FC236}">
                <a16:creationId xmlns:a16="http://schemas.microsoft.com/office/drawing/2014/main" id="{7F39DF7A-0F99-962F-3BC2-2044BDBD24CF}"/>
              </a:ext>
            </a:extLst>
          </p:cNvPr>
          <p:cNvPicPr>
            <a:picLocks noChangeAspect="1"/>
          </p:cNvPicPr>
          <p:nvPr/>
        </p:nvPicPr>
        <p:blipFill>
          <a:blip r:embed="rId4"/>
          <a:stretch>
            <a:fillRect/>
          </a:stretch>
        </p:blipFill>
        <p:spPr>
          <a:xfrm>
            <a:off x="474476" y="3360634"/>
            <a:ext cx="5118251" cy="531403"/>
          </a:xfrm>
          <a:prstGeom prst="rect">
            <a:avLst/>
          </a:prstGeom>
        </p:spPr>
      </p:pic>
      <p:sp>
        <p:nvSpPr>
          <p:cNvPr id="20" name="TextBox 19">
            <a:extLst>
              <a:ext uri="{FF2B5EF4-FFF2-40B4-BE49-F238E27FC236}">
                <a16:creationId xmlns:a16="http://schemas.microsoft.com/office/drawing/2014/main" id="{7479F240-E10A-616F-B989-607CA2276F6F}"/>
              </a:ext>
            </a:extLst>
          </p:cNvPr>
          <p:cNvSpPr txBox="1"/>
          <p:nvPr/>
        </p:nvSpPr>
        <p:spPr>
          <a:xfrm>
            <a:off x="459304" y="3973949"/>
            <a:ext cx="7822018" cy="600164"/>
          </a:xfrm>
          <a:prstGeom prst="rect">
            <a:avLst/>
          </a:prstGeom>
          <a:noFill/>
        </p:spPr>
        <p:txBody>
          <a:bodyPr wrap="square">
            <a:spAutoFit/>
          </a:bodyPr>
          <a:lstStyle/>
          <a:p>
            <a:r>
              <a:rPr lang="en-IN" sz="11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Having a separate script that specifies the passwords is also possible. </a:t>
            </a:r>
          </a:p>
          <a:p>
            <a:r>
              <a:rPr lang="en-IN" sz="11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You need to make sure the script file is executable and the password is printed to standard output for it to work without annoying errors.</a:t>
            </a:r>
          </a:p>
          <a:p>
            <a:endParaRPr lang="en-IN" sz="11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p:txBody>
      </p:sp>
      <p:pic>
        <p:nvPicPr>
          <p:cNvPr id="22" name="Picture 21">
            <a:extLst>
              <a:ext uri="{FF2B5EF4-FFF2-40B4-BE49-F238E27FC236}">
                <a16:creationId xmlns:a16="http://schemas.microsoft.com/office/drawing/2014/main" id="{4D7551F3-9851-17AF-EE63-FDAF422C7225}"/>
              </a:ext>
            </a:extLst>
          </p:cNvPr>
          <p:cNvPicPr>
            <a:picLocks noChangeAspect="1"/>
          </p:cNvPicPr>
          <p:nvPr/>
        </p:nvPicPr>
        <p:blipFill>
          <a:blip r:embed="rId5"/>
          <a:stretch>
            <a:fillRect/>
          </a:stretch>
        </p:blipFill>
        <p:spPr>
          <a:xfrm>
            <a:off x="474476" y="4494373"/>
            <a:ext cx="5118251" cy="329608"/>
          </a:xfrm>
          <a:prstGeom prst="rect">
            <a:avLst/>
          </a:prstGeom>
        </p:spPr>
      </p:pic>
    </p:spTree>
    <p:extLst>
      <p:ext uri="{BB962C8B-B14F-4D97-AF65-F5344CB8AC3E}">
        <p14:creationId xmlns:p14="http://schemas.microsoft.com/office/powerpoint/2010/main" val="13188851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14EE9F2-6FEE-2175-FAB2-A9A0661BF11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32</a:t>
            </a:fld>
            <a:endParaRPr lang="en"/>
          </a:p>
        </p:txBody>
      </p:sp>
      <p:sp>
        <p:nvSpPr>
          <p:cNvPr id="4" name="TextBox 3">
            <a:extLst>
              <a:ext uri="{FF2B5EF4-FFF2-40B4-BE49-F238E27FC236}">
                <a16:creationId xmlns:a16="http://schemas.microsoft.com/office/drawing/2014/main" id="{49C6A39D-4F72-A5AD-54B5-C7E77D85D457}"/>
              </a:ext>
            </a:extLst>
          </p:cNvPr>
          <p:cNvSpPr txBox="1"/>
          <p:nvPr/>
        </p:nvSpPr>
        <p:spPr>
          <a:xfrm>
            <a:off x="3675320" y="144575"/>
            <a:ext cx="4572000" cy="338554"/>
          </a:xfrm>
          <a:prstGeom prst="rect">
            <a:avLst/>
          </a:prstGeom>
          <a:noFill/>
        </p:spPr>
        <p:txBody>
          <a:bodyPr wrap="square">
            <a:spAutoFit/>
          </a:bodyPr>
          <a:lstStyle/>
          <a:p>
            <a:pPr algn="l"/>
            <a:r>
              <a:rPr lang="en-IN" sz="1600" b="1" i="0" dirty="0">
                <a:solidFill>
                  <a:schemeClr val="accent1">
                    <a:lumMod val="75000"/>
                  </a:schemeClr>
                </a:solidFill>
                <a:effectLst/>
                <a:latin typeface="Oswald" panose="00000500000000000000" pitchFamily="2" charset="0"/>
              </a:rPr>
              <a:t>Using Vault Id</a:t>
            </a:r>
          </a:p>
        </p:txBody>
      </p:sp>
      <p:sp>
        <p:nvSpPr>
          <p:cNvPr id="6" name="TextBox 5">
            <a:extLst>
              <a:ext uri="{FF2B5EF4-FFF2-40B4-BE49-F238E27FC236}">
                <a16:creationId xmlns:a16="http://schemas.microsoft.com/office/drawing/2014/main" id="{5D168A86-8CA1-4DED-1E0D-17ADC5FEC6D7}"/>
              </a:ext>
            </a:extLst>
          </p:cNvPr>
          <p:cNvSpPr txBox="1"/>
          <p:nvPr/>
        </p:nvSpPr>
        <p:spPr>
          <a:xfrm>
            <a:off x="200245" y="1022246"/>
            <a:ext cx="6950149" cy="1938992"/>
          </a:xfrm>
          <a:prstGeom prst="rect">
            <a:avLst/>
          </a:prstGeom>
          <a:noFill/>
        </p:spPr>
        <p:txBody>
          <a:bodyPr wrap="square">
            <a:spAutoFit/>
          </a:bodyPr>
          <a:lstStyle/>
          <a:p>
            <a:pPr algn="l"/>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Vault Id is a way of providing an identifier to a particular vault password. </a:t>
            </a:r>
          </a:p>
          <a:p>
            <a:pPr algn="l"/>
            <a:endParaRPr lang="en-US"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algn="l"/>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Vault ID helps in encrypting different files with different passwords to be referenced inside a playbook. </a:t>
            </a:r>
          </a:p>
          <a:p>
            <a:pPr algn="l"/>
            <a:endParaRPr lang="en-US"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algn="l"/>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This feature of Ansible came out with the release of Ansible 2.4. </a:t>
            </a:r>
          </a:p>
          <a:p>
            <a:pPr algn="l"/>
            <a:endParaRPr lang="en-US" sz="12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algn="l"/>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Prior to this release, only one vault password could be used in each ansible playbook execution.</a:t>
            </a:r>
          </a:p>
          <a:p>
            <a:pPr algn="l"/>
            <a:endPar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endParaRPr>
          </a:p>
          <a:p>
            <a:pPr algn="l"/>
            <a:r>
              <a:rPr lang="en-US" sz="120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So now if you wish to execute an Ansible playbook which uses multiple files encrypted with different passwords, you can use Vault Id.</a:t>
            </a:r>
          </a:p>
        </p:txBody>
      </p:sp>
      <p:pic>
        <p:nvPicPr>
          <p:cNvPr id="8" name="Picture 7">
            <a:extLst>
              <a:ext uri="{FF2B5EF4-FFF2-40B4-BE49-F238E27FC236}">
                <a16:creationId xmlns:a16="http://schemas.microsoft.com/office/drawing/2014/main" id="{47D7AD05-A3B2-6449-2DD9-C9D067DBDCEF}"/>
              </a:ext>
            </a:extLst>
          </p:cNvPr>
          <p:cNvPicPr>
            <a:picLocks noChangeAspect="1"/>
          </p:cNvPicPr>
          <p:nvPr/>
        </p:nvPicPr>
        <p:blipFill>
          <a:blip r:embed="rId2"/>
          <a:stretch>
            <a:fillRect/>
          </a:stretch>
        </p:blipFill>
        <p:spPr>
          <a:xfrm>
            <a:off x="275339" y="3138405"/>
            <a:ext cx="5062205" cy="482115"/>
          </a:xfrm>
          <a:prstGeom prst="rect">
            <a:avLst/>
          </a:prstGeom>
        </p:spPr>
      </p:pic>
    </p:spTree>
    <p:extLst>
      <p:ext uri="{BB962C8B-B14F-4D97-AF65-F5344CB8AC3E}">
        <p14:creationId xmlns:p14="http://schemas.microsoft.com/office/powerpoint/2010/main" val="19874216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8E753E-A84A-718C-E9D7-309781AFA65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33</a:t>
            </a:fld>
            <a:endParaRPr lang="en"/>
          </a:p>
        </p:txBody>
      </p:sp>
      <p:sp>
        <p:nvSpPr>
          <p:cNvPr id="8" name="TextBox 7">
            <a:extLst>
              <a:ext uri="{FF2B5EF4-FFF2-40B4-BE49-F238E27FC236}">
                <a16:creationId xmlns:a16="http://schemas.microsoft.com/office/drawing/2014/main" id="{8851E0C5-6B35-54EE-9FE3-E00140BAD9A6}"/>
              </a:ext>
            </a:extLst>
          </p:cNvPr>
          <p:cNvSpPr txBox="1"/>
          <p:nvPr/>
        </p:nvSpPr>
        <p:spPr>
          <a:xfrm>
            <a:off x="3675320" y="144575"/>
            <a:ext cx="4572000" cy="338554"/>
          </a:xfrm>
          <a:prstGeom prst="rect">
            <a:avLst/>
          </a:prstGeom>
          <a:noFill/>
        </p:spPr>
        <p:txBody>
          <a:bodyPr wrap="square">
            <a:spAutoFit/>
          </a:bodyPr>
          <a:lstStyle/>
          <a:p>
            <a:pPr algn="l"/>
            <a:r>
              <a:rPr lang="en-IN" sz="1600" b="1" i="0" dirty="0">
                <a:solidFill>
                  <a:schemeClr val="accent1">
                    <a:lumMod val="75000"/>
                  </a:schemeClr>
                </a:solidFill>
                <a:effectLst/>
                <a:latin typeface="Oswald" panose="00000500000000000000" pitchFamily="2" charset="0"/>
              </a:rPr>
              <a:t>Using Password with Playbook</a:t>
            </a:r>
          </a:p>
        </p:txBody>
      </p:sp>
      <p:sp>
        <p:nvSpPr>
          <p:cNvPr id="16" name="Rectangle 3">
            <a:extLst>
              <a:ext uri="{FF2B5EF4-FFF2-40B4-BE49-F238E27FC236}">
                <a16:creationId xmlns:a16="http://schemas.microsoft.com/office/drawing/2014/main" id="{31D3CAE8-D5B9-EA82-355B-34D452D38034}"/>
              </a:ext>
            </a:extLst>
          </p:cNvPr>
          <p:cNvSpPr>
            <a:spLocks noChangeArrowheads="1"/>
          </p:cNvSpPr>
          <p:nvPr/>
        </p:nvSpPr>
        <p:spPr bwMode="auto">
          <a:xfrm>
            <a:off x="0" y="-44509"/>
            <a:ext cx="65" cy="546219"/>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66616"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144D1956-FFD3-8484-0E8F-8AD625E06DE8}"/>
              </a:ext>
            </a:extLst>
          </p:cNvPr>
          <p:cNvSpPr>
            <a:spLocks noChangeArrowheads="1"/>
          </p:cNvSpPr>
          <p:nvPr/>
        </p:nvSpPr>
        <p:spPr bwMode="auto">
          <a:xfrm>
            <a:off x="283535" y="978828"/>
            <a:ext cx="6890028" cy="25391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When all data is encrypted using a single password the </a:t>
            </a:r>
            <a:r>
              <a:rPr kumimoji="0" lang="en-US" altLang="en-US" sz="1050"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hlinkClick r:id="rId2">
                  <a:extLst>
                    <a:ext uri="{A12FA001-AC4F-418D-AE19-62706E023703}">
                      <ahyp:hlinkClr xmlns:ahyp="http://schemas.microsoft.com/office/drawing/2018/hyperlinkcolor" val="tx"/>
                    </a:ext>
                  </a:extLst>
                </a:hlinkClick>
              </a:rPr>
              <a:t>--ask-vault-pass</a:t>
            </a:r>
            <a:r>
              <a:rPr kumimoji="0" lang="en-US" altLang="en-US" sz="1050"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 or </a:t>
            </a:r>
            <a:r>
              <a:rPr kumimoji="0" lang="en-US" altLang="en-US" sz="1050"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hlinkClick r:id="rId3">
                  <a:extLst>
                    <a:ext uri="{A12FA001-AC4F-418D-AE19-62706E023703}">
                      <ahyp:hlinkClr xmlns:ahyp="http://schemas.microsoft.com/office/drawing/2018/hyperlinkcolor" val="tx"/>
                    </a:ext>
                  </a:extLst>
                </a:hlinkClick>
              </a:rPr>
              <a:t>--vault-password-file</a:t>
            </a:r>
            <a:r>
              <a:rPr kumimoji="0" lang="en-US" altLang="en-US" sz="1050"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 cli options should be used. </a:t>
            </a:r>
          </a:p>
        </p:txBody>
      </p:sp>
      <p:sp>
        <p:nvSpPr>
          <p:cNvPr id="4" name="Rectangle 2">
            <a:extLst>
              <a:ext uri="{FF2B5EF4-FFF2-40B4-BE49-F238E27FC236}">
                <a16:creationId xmlns:a16="http://schemas.microsoft.com/office/drawing/2014/main" id="{16C65A8C-CA54-9E1B-5107-C84B10FF8E4C}"/>
              </a:ext>
            </a:extLst>
          </p:cNvPr>
          <p:cNvSpPr>
            <a:spLocks noChangeArrowheads="1"/>
          </p:cNvSpPr>
          <p:nvPr/>
        </p:nvSpPr>
        <p:spPr bwMode="auto">
          <a:xfrm>
            <a:off x="283535" y="1370653"/>
            <a:ext cx="6414977" cy="71558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For example, to use a password store in the text file /path/to/my/vault-password-file:</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200" b="0" i="0" u="none" strike="noStrike" cap="none" normalizeH="0" baseline="0" dirty="0">
                <a:ln>
                  <a:noFill/>
                </a:ln>
                <a:solidFill>
                  <a:srgbClr val="404040"/>
                </a:solidFill>
                <a:effectLst/>
                <a:latin typeface="Lato" panose="020F0502020204030203"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AE8B8C7F-D672-F9EE-68D9-2ECEF9B7F7C4}"/>
              </a:ext>
            </a:extLst>
          </p:cNvPr>
          <p:cNvSpPr txBox="1"/>
          <p:nvPr/>
        </p:nvSpPr>
        <p:spPr>
          <a:xfrm>
            <a:off x="283535" y="2020831"/>
            <a:ext cx="4572000" cy="684803"/>
          </a:xfrm>
          <a:prstGeom prst="rect">
            <a:avLst/>
          </a:prstGeom>
          <a:noFill/>
        </p:spPr>
        <p:txBody>
          <a:bodyPr wrap="square">
            <a:spAutoFit/>
          </a:bodyPr>
          <a:lstStyle/>
          <a:p>
            <a:pPr algn="l"/>
            <a:r>
              <a:rPr lang="en-US" sz="1050" b="0" i="0" dirty="0">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To prompt for a password:</a:t>
            </a:r>
          </a:p>
          <a:p>
            <a:br>
              <a:rPr lang="en-US" b="0" i="0" dirty="0">
                <a:solidFill>
                  <a:srgbClr val="404040"/>
                </a:solidFill>
                <a:effectLst/>
                <a:latin typeface="Lato" panose="020F0502020204030203" pitchFamily="34" charset="0"/>
              </a:rPr>
            </a:br>
            <a:endParaRPr lang="en-IN" dirty="0"/>
          </a:p>
        </p:txBody>
      </p:sp>
      <p:sp>
        <p:nvSpPr>
          <p:cNvPr id="13" name="Rectangle 3">
            <a:extLst>
              <a:ext uri="{FF2B5EF4-FFF2-40B4-BE49-F238E27FC236}">
                <a16:creationId xmlns:a16="http://schemas.microsoft.com/office/drawing/2014/main" id="{9D886368-1D44-781C-51E0-DE9827EB83D5}"/>
              </a:ext>
            </a:extLst>
          </p:cNvPr>
          <p:cNvSpPr>
            <a:spLocks noChangeArrowheads="1"/>
          </p:cNvSpPr>
          <p:nvPr/>
        </p:nvSpPr>
        <p:spPr bwMode="auto">
          <a:xfrm>
            <a:off x="396496" y="2232427"/>
            <a:ext cx="2229778" cy="161583"/>
          </a:xfrm>
          <a:prstGeom prst="rect">
            <a:avLst/>
          </a:prstGeom>
          <a:solidFill>
            <a:srgbClr val="F8F8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ansible-playbook --ask-vault-pass </a:t>
            </a:r>
            <a:r>
              <a:rPr kumimoji="0" lang="en-US" altLang="en-US" sz="1050" b="0" i="0" u="none" strike="noStrike" cap="none" normalizeH="0" baseline="0" dirty="0" err="1">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site.yml</a:t>
            </a:r>
            <a:r>
              <a:rPr kumimoji="0" lang="en-US" altLang="en-US" sz="1050" b="0"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5" name="Rectangle 4">
            <a:extLst>
              <a:ext uri="{FF2B5EF4-FFF2-40B4-BE49-F238E27FC236}">
                <a16:creationId xmlns:a16="http://schemas.microsoft.com/office/drawing/2014/main" id="{0BD2A370-407A-8E77-CC83-B781BB407DB1}"/>
              </a:ext>
            </a:extLst>
          </p:cNvPr>
          <p:cNvSpPr>
            <a:spLocks noChangeArrowheads="1"/>
          </p:cNvSpPr>
          <p:nvPr/>
        </p:nvSpPr>
        <p:spPr bwMode="auto">
          <a:xfrm>
            <a:off x="283535" y="1809235"/>
            <a:ext cx="65" cy="553998"/>
          </a:xfrm>
          <a:prstGeom prst="rect">
            <a:avLst/>
          </a:prstGeom>
          <a:solidFill>
            <a:srgbClr val="F8F8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9" name="TextBox 18">
            <a:extLst>
              <a:ext uri="{FF2B5EF4-FFF2-40B4-BE49-F238E27FC236}">
                <a16:creationId xmlns:a16="http://schemas.microsoft.com/office/drawing/2014/main" id="{3774DF22-9A6F-A127-DA12-D52B9AE07AA2}"/>
              </a:ext>
            </a:extLst>
          </p:cNvPr>
          <p:cNvSpPr txBox="1"/>
          <p:nvPr/>
        </p:nvSpPr>
        <p:spPr>
          <a:xfrm>
            <a:off x="283535" y="1597638"/>
            <a:ext cx="4572000" cy="26161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ansible-playbook --vault-password-file /path/to/my/vault-password-file </a:t>
            </a:r>
            <a:r>
              <a:rPr kumimoji="0" lang="en-US" altLang="en-US" sz="1050" b="0" i="0" u="none" strike="noStrike" cap="none" normalizeH="0" baseline="0" dirty="0" err="1">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site.yml</a:t>
            </a:r>
            <a:r>
              <a:rPr kumimoji="0" lang="en-US" altLang="en-US" sz="1050" b="0"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 </a:t>
            </a:r>
            <a:endParaRPr kumimoji="0" lang="en-US" altLang="en-US" sz="500" b="0"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endParaRPr>
          </a:p>
        </p:txBody>
      </p:sp>
      <p:sp>
        <p:nvSpPr>
          <p:cNvPr id="24" name="TextBox 23">
            <a:extLst>
              <a:ext uri="{FF2B5EF4-FFF2-40B4-BE49-F238E27FC236}">
                <a16:creationId xmlns:a16="http://schemas.microsoft.com/office/drawing/2014/main" id="{98A1F664-7EEC-E0C1-6940-EC34975A4E58}"/>
              </a:ext>
            </a:extLst>
          </p:cNvPr>
          <p:cNvSpPr txBox="1"/>
          <p:nvPr/>
        </p:nvSpPr>
        <p:spPr>
          <a:xfrm>
            <a:off x="339788" y="2605607"/>
            <a:ext cx="6209867" cy="25391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To get the password from a vault password executable script my-vault-password.py:</a:t>
            </a:r>
          </a:p>
        </p:txBody>
      </p:sp>
      <p:sp>
        <p:nvSpPr>
          <p:cNvPr id="26" name="TextBox 25">
            <a:extLst>
              <a:ext uri="{FF2B5EF4-FFF2-40B4-BE49-F238E27FC236}">
                <a16:creationId xmlns:a16="http://schemas.microsoft.com/office/drawing/2014/main" id="{5A31112D-0E70-6C79-5FEB-53E48BEB0C50}"/>
              </a:ext>
            </a:extLst>
          </p:cNvPr>
          <p:cNvSpPr txBox="1"/>
          <p:nvPr/>
        </p:nvSpPr>
        <p:spPr>
          <a:xfrm>
            <a:off x="340274" y="2846755"/>
            <a:ext cx="6265634" cy="261610"/>
          </a:xfrm>
          <a:prstGeom prst="rect">
            <a:avLst/>
          </a:prstGeom>
          <a:noFill/>
        </p:spPr>
        <p:txBody>
          <a:bodyPr wrap="square">
            <a:spAutoFit/>
          </a:bodyPr>
          <a:lstStyle/>
          <a:p>
            <a:r>
              <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ansible-playbook --vault-password-file my-vault-password.py</a:t>
            </a:r>
          </a:p>
        </p:txBody>
      </p:sp>
    </p:spTree>
    <p:extLst>
      <p:ext uri="{BB962C8B-B14F-4D97-AF65-F5344CB8AC3E}">
        <p14:creationId xmlns:p14="http://schemas.microsoft.com/office/powerpoint/2010/main" val="22546697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68E753E-A84A-718C-E9D7-309781AFA65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34</a:t>
            </a:fld>
            <a:endParaRPr lang="en"/>
          </a:p>
        </p:txBody>
      </p:sp>
      <p:sp>
        <p:nvSpPr>
          <p:cNvPr id="7" name="TextBox 6">
            <a:extLst>
              <a:ext uri="{FF2B5EF4-FFF2-40B4-BE49-F238E27FC236}">
                <a16:creationId xmlns:a16="http://schemas.microsoft.com/office/drawing/2014/main" id="{16F554D8-4781-7048-5E44-C599A8B14A8D}"/>
              </a:ext>
            </a:extLst>
          </p:cNvPr>
          <p:cNvSpPr txBox="1"/>
          <p:nvPr/>
        </p:nvSpPr>
        <p:spPr>
          <a:xfrm>
            <a:off x="995917" y="956333"/>
            <a:ext cx="3483935" cy="1892826"/>
          </a:xfrm>
          <a:prstGeom prst="rect">
            <a:avLst/>
          </a:prstGeom>
          <a:noFill/>
        </p:spPr>
        <p:txBody>
          <a:bodyPr wrap="square">
            <a:spAutoFit/>
          </a:bodyPr>
          <a:lstStyle/>
          <a:p>
            <a:r>
              <a:rPr lang="en-IN" sz="9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a:t>
            </a:r>
          </a:p>
          <a:p>
            <a:r>
              <a:rPr lang="en-IN" sz="9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name: Update Config </a:t>
            </a:r>
          </a:p>
          <a:p>
            <a:r>
              <a:rPr lang="en-IN" sz="9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hosts: localhost</a:t>
            </a:r>
          </a:p>
          <a:p>
            <a:r>
              <a:rPr lang="en-IN" sz="9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connection: local</a:t>
            </a:r>
          </a:p>
          <a:p>
            <a:r>
              <a:rPr lang="en-IN" sz="9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a:t>
            </a:r>
            <a:r>
              <a:rPr lang="en-IN" sz="900"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vars_prompt</a:t>
            </a:r>
            <a:r>
              <a:rPr lang="en-IN" sz="9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a:t>
            </a:r>
          </a:p>
          <a:p>
            <a:r>
              <a:rPr lang="en-IN" sz="9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 name: </a:t>
            </a:r>
            <a:r>
              <a:rPr lang="en-IN" sz="900"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api_key</a:t>
            </a:r>
            <a:endParaRPr lang="en-IN" sz="9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r>
              <a:rPr lang="en-IN" sz="9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prompt: Enter the API key</a:t>
            </a:r>
          </a:p>
          <a:p>
            <a:endParaRPr lang="en-IN" sz="9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r>
              <a:rPr lang="en-IN" sz="9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tasks:</a:t>
            </a:r>
          </a:p>
          <a:p>
            <a:r>
              <a:rPr lang="en-IN" sz="9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 name: Add API key to </a:t>
            </a:r>
            <a:r>
              <a:rPr lang="en-IN" sz="900"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thes</a:t>
            </a:r>
            <a:r>
              <a:rPr lang="en-IN" sz="9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config file</a:t>
            </a:r>
          </a:p>
          <a:p>
            <a:r>
              <a:rPr lang="en-IN" sz="9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a:t>
            </a:r>
            <a:r>
              <a:rPr lang="en-IN" sz="900"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lineinfile</a:t>
            </a:r>
            <a:r>
              <a:rPr lang="en-IN" sz="9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a:t>
            </a:r>
          </a:p>
          <a:p>
            <a:r>
              <a:rPr lang="en-IN" sz="9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path: ~/config.ini</a:t>
            </a:r>
          </a:p>
          <a:p>
            <a:r>
              <a:rPr lang="en-IN" sz="9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line: "API_KEY={{ </a:t>
            </a:r>
            <a:r>
              <a:rPr lang="en-IN" sz="900"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api_key</a:t>
            </a:r>
            <a:r>
              <a:rPr lang="en-IN" sz="90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 }}"</a:t>
            </a:r>
          </a:p>
        </p:txBody>
      </p:sp>
      <p:sp>
        <p:nvSpPr>
          <p:cNvPr id="8" name="TextBox 7">
            <a:extLst>
              <a:ext uri="{FF2B5EF4-FFF2-40B4-BE49-F238E27FC236}">
                <a16:creationId xmlns:a16="http://schemas.microsoft.com/office/drawing/2014/main" id="{8851E0C5-6B35-54EE-9FE3-E00140BAD9A6}"/>
              </a:ext>
            </a:extLst>
          </p:cNvPr>
          <p:cNvSpPr txBox="1"/>
          <p:nvPr/>
        </p:nvSpPr>
        <p:spPr>
          <a:xfrm>
            <a:off x="3675320" y="144575"/>
            <a:ext cx="4572000" cy="338554"/>
          </a:xfrm>
          <a:prstGeom prst="rect">
            <a:avLst/>
          </a:prstGeom>
          <a:noFill/>
        </p:spPr>
        <p:txBody>
          <a:bodyPr wrap="square">
            <a:spAutoFit/>
          </a:bodyPr>
          <a:lstStyle/>
          <a:p>
            <a:pPr algn="l"/>
            <a:r>
              <a:rPr lang="en-IN" sz="1600" b="1" i="0" dirty="0">
                <a:solidFill>
                  <a:schemeClr val="accent1">
                    <a:lumMod val="75000"/>
                  </a:schemeClr>
                </a:solidFill>
                <a:effectLst/>
                <a:latin typeface="Oswald" panose="00000500000000000000" pitchFamily="2" charset="0"/>
              </a:rPr>
              <a:t>Using Password with Playbook</a:t>
            </a:r>
          </a:p>
        </p:txBody>
      </p:sp>
      <p:pic>
        <p:nvPicPr>
          <p:cNvPr id="10" name="Picture 9">
            <a:extLst>
              <a:ext uri="{FF2B5EF4-FFF2-40B4-BE49-F238E27FC236}">
                <a16:creationId xmlns:a16="http://schemas.microsoft.com/office/drawing/2014/main" id="{9F067891-AC57-F9B2-E190-8A45A8EDE8B3}"/>
              </a:ext>
            </a:extLst>
          </p:cNvPr>
          <p:cNvPicPr>
            <a:picLocks noChangeAspect="1"/>
          </p:cNvPicPr>
          <p:nvPr/>
        </p:nvPicPr>
        <p:blipFill>
          <a:blip r:embed="rId2"/>
          <a:stretch>
            <a:fillRect/>
          </a:stretch>
        </p:blipFill>
        <p:spPr>
          <a:xfrm>
            <a:off x="4993537" y="866964"/>
            <a:ext cx="3290444" cy="394137"/>
          </a:xfrm>
          <a:prstGeom prst="rect">
            <a:avLst/>
          </a:prstGeom>
        </p:spPr>
      </p:pic>
      <p:pic>
        <p:nvPicPr>
          <p:cNvPr id="12" name="Picture 11">
            <a:extLst>
              <a:ext uri="{FF2B5EF4-FFF2-40B4-BE49-F238E27FC236}">
                <a16:creationId xmlns:a16="http://schemas.microsoft.com/office/drawing/2014/main" id="{4FED3ACE-9DFD-562C-3037-D2A2C036AF41}"/>
              </a:ext>
            </a:extLst>
          </p:cNvPr>
          <p:cNvPicPr>
            <a:picLocks noChangeAspect="1"/>
          </p:cNvPicPr>
          <p:nvPr/>
        </p:nvPicPr>
        <p:blipFill>
          <a:blip r:embed="rId3"/>
          <a:stretch>
            <a:fillRect/>
          </a:stretch>
        </p:blipFill>
        <p:spPr>
          <a:xfrm>
            <a:off x="5029421" y="1610237"/>
            <a:ext cx="3254560" cy="737191"/>
          </a:xfrm>
          <a:prstGeom prst="rect">
            <a:avLst/>
          </a:prstGeom>
        </p:spPr>
      </p:pic>
      <p:pic>
        <p:nvPicPr>
          <p:cNvPr id="14" name="Picture 13">
            <a:extLst>
              <a:ext uri="{FF2B5EF4-FFF2-40B4-BE49-F238E27FC236}">
                <a16:creationId xmlns:a16="http://schemas.microsoft.com/office/drawing/2014/main" id="{120ED2EE-CC28-51F1-E433-33133917E5C4}"/>
              </a:ext>
            </a:extLst>
          </p:cNvPr>
          <p:cNvPicPr>
            <a:picLocks noChangeAspect="1"/>
          </p:cNvPicPr>
          <p:nvPr/>
        </p:nvPicPr>
        <p:blipFill>
          <a:blip r:embed="rId4"/>
          <a:stretch>
            <a:fillRect/>
          </a:stretch>
        </p:blipFill>
        <p:spPr>
          <a:xfrm>
            <a:off x="5029421" y="2607681"/>
            <a:ext cx="3254560" cy="413330"/>
          </a:xfrm>
          <a:prstGeom prst="rect">
            <a:avLst/>
          </a:prstGeom>
        </p:spPr>
      </p:pic>
      <p:sp>
        <p:nvSpPr>
          <p:cNvPr id="16" name="Rectangle 3">
            <a:extLst>
              <a:ext uri="{FF2B5EF4-FFF2-40B4-BE49-F238E27FC236}">
                <a16:creationId xmlns:a16="http://schemas.microsoft.com/office/drawing/2014/main" id="{31D3CAE8-D5B9-EA82-355B-34D452D38034}"/>
              </a:ext>
            </a:extLst>
          </p:cNvPr>
          <p:cNvSpPr>
            <a:spLocks noChangeArrowheads="1"/>
          </p:cNvSpPr>
          <p:nvPr/>
        </p:nvSpPr>
        <p:spPr bwMode="auto">
          <a:xfrm>
            <a:off x="0" y="-44509"/>
            <a:ext cx="65" cy="546219"/>
          </a:xfrm>
          <a:prstGeom prst="rect">
            <a:avLst/>
          </a:prstGeom>
          <a:solidFill>
            <a:srgbClr val="F2F2F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66616"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8" name="TextBox 17">
            <a:extLst>
              <a:ext uri="{FF2B5EF4-FFF2-40B4-BE49-F238E27FC236}">
                <a16:creationId xmlns:a16="http://schemas.microsoft.com/office/drawing/2014/main" id="{E0FF7480-5A65-4AA1-23C7-8B8E79BB7E7C}"/>
              </a:ext>
            </a:extLst>
          </p:cNvPr>
          <p:cNvSpPr txBox="1"/>
          <p:nvPr/>
        </p:nvSpPr>
        <p:spPr>
          <a:xfrm>
            <a:off x="4919330" y="1377480"/>
            <a:ext cx="2399414" cy="57708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50" b="0"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t>Encrypt the file with ansible-vault</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050" b="0"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rPr>
            </a:br>
            <a:endParaRPr kumimoji="0" lang="en-US" altLang="en-US" sz="1050" b="0" i="0" u="none" strike="noStrike" cap="none" normalizeH="0" baseline="0" dirty="0">
              <a:ln>
                <a:noFill/>
              </a:ln>
              <a:solidFill>
                <a:schemeClr val="accent1">
                  <a:lumMod val="75000"/>
                </a:schemeClr>
              </a:solidFill>
              <a:effectLst/>
              <a:latin typeface="Roboto Condensed" panose="02000000000000000000" pitchFamily="2" charset="0"/>
              <a:ea typeface="Roboto Condensed" panose="02000000000000000000" pitchFamily="2" charset="0"/>
              <a:cs typeface="Roboto Condensed" panose="02000000000000000000" pitchFamily="2" charset="0"/>
            </a:endParaRPr>
          </a:p>
        </p:txBody>
      </p:sp>
      <p:cxnSp>
        <p:nvCxnSpPr>
          <p:cNvPr id="20" name="Straight Connector 19">
            <a:extLst>
              <a:ext uri="{FF2B5EF4-FFF2-40B4-BE49-F238E27FC236}">
                <a16:creationId xmlns:a16="http://schemas.microsoft.com/office/drawing/2014/main" id="{D80C314F-2498-FBC7-146A-7A953E41F23B}"/>
              </a:ext>
            </a:extLst>
          </p:cNvPr>
          <p:cNvCxnSpPr>
            <a:cxnSpLocks/>
          </p:cNvCxnSpPr>
          <p:nvPr/>
        </p:nvCxnSpPr>
        <p:spPr>
          <a:xfrm>
            <a:off x="4671237" y="800986"/>
            <a:ext cx="0" cy="2360428"/>
          </a:xfrm>
          <a:prstGeom prst="line">
            <a:avLst/>
          </a:prstGeom>
        </p:spPr>
        <p:style>
          <a:lnRef idx="1">
            <a:schemeClr val="accent1"/>
          </a:lnRef>
          <a:fillRef idx="0">
            <a:schemeClr val="accent1"/>
          </a:fillRef>
          <a:effectRef idx="0">
            <a:schemeClr val="accent1"/>
          </a:effectRef>
          <a:fontRef idx="minor">
            <a:schemeClr val="tx1"/>
          </a:fontRef>
        </p:style>
      </p:cxnSp>
      <p:pic>
        <p:nvPicPr>
          <p:cNvPr id="23" name="Picture 22">
            <a:extLst>
              <a:ext uri="{FF2B5EF4-FFF2-40B4-BE49-F238E27FC236}">
                <a16:creationId xmlns:a16="http://schemas.microsoft.com/office/drawing/2014/main" id="{AFA211A9-796E-A72A-4FC3-E73003512BC4}"/>
              </a:ext>
            </a:extLst>
          </p:cNvPr>
          <p:cNvPicPr>
            <a:picLocks noChangeAspect="1"/>
          </p:cNvPicPr>
          <p:nvPr/>
        </p:nvPicPr>
        <p:blipFill>
          <a:blip r:embed="rId5"/>
          <a:stretch>
            <a:fillRect/>
          </a:stretch>
        </p:blipFill>
        <p:spPr>
          <a:xfrm>
            <a:off x="1887500" y="3797238"/>
            <a:ext cx="5567473" cy="487507"/>
          </a:xfrm>
          <a:prstGeom prst="rect">
            <a:avLst/>
          </a:prstGeom>
        </p:spPr>
      </p:pic>
    </p:spTree>
    <p:extLst>
      <p:ext uri="{BB962C8B-B14F-4D97-AF65-F5344CB8AC3E}">
        <p14:creationId xmlns:p14="http://schemas.microsoft.com/office/powerpoint/2010/main" val="41638560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49"/>
          <p:cNvSpPr txBox="1">
            <a:spLocks noGrp="1"/>
          </p:cNvSpPr>
          <p:nvPr>
            <p:ph type="title"/>
          </p:nvPr>
        </p:nvSpPr>
        <p:spPr>
          <a:xfrm>
            <a:off x="2914750" y="0"/>
            <a:ext cx="5760300" cy="680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Reusing ansible playbooks</a:t>
            </a:r>
            <a:endParaRPr dirty="0"/>
          </a:p>
        </p:txBody>
      </p:sp>
      <p:sp>
        <p:nvSpPr>
          <p:cNvPr id="444" name="Google Shape;444;p49"/>
          <p:cNvSpPr txBox="1">
            <a:spLocks noGrp="1"/>
          </p:cNvSpPr>
          <p:nvPr>
            <p:ph type="body" idx="1"/>
          </p:nvPr>
        </p:nvSpPr>
        <p:spPr>
          <a:xfrm>
            <a:off x="461950" y="958825"/>
            <a:ext cx="5760300" cy="2521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050" dirty="0">
                <a:solidFill>
                  <a:schemeClr val="accent1">
                    <a:lumMod val="75000"/>
                  </a:schemeClr>
                </a:solidFill>
                <a:highlight>
                  <a:srgbClr val="FFFFFF"/>
                </a:highlight>
                <a:latin typeface="Roboto Condensed" panose="02000000000000000000" pitchFamily="2" charset="0"/>
                <a:ea typeface="Roboto Condensed" panose="02000000000000000000" pitchFamily="2" charset="0"/>
                <a:cs typeface="Roboto Condensed" panose="02000000000000000000" pitchFamily="2" charset="0"/>
                <a:sym typeface="Arial"/>
              </a:rPr>
              <a:t>The main difference is:</a:t>
            </a:r>
          </a:p>
          <a:p>
            <a:pPr marL="279400" marR="254000" lvl="0" indent="0" algn="l" rtl="0">
              <a:lnSpc>
                <a:spcPct val="115000"/>
              </a:lnSpc>
              <a:spcBef>
                <a:spcPts val="0"/>
              </a:spcBef>
              <a:spcAft>
                <a:spcPts val="0"/>
              </a:spcAft>
              <a:buNone/>
            </a:pPr>
            <a:r>
              <a:rPr lang="en-US" sz="1050" dirty="0">
                <a:solidFill>
                  <a:schemeClr val="accent1">
                    <a:lumMod val="75000"/>
                  </a:schemeClr>
                </a:solidFill>
                <a:highlight>
                  <a:srgbClr val="FFFFFF"/>
                </a:highlight>
                <a:latin typeface="Roboto Condensed" panose="02000000000000000000" pitchFamily="2" charset="0"/>
                <a:ea typeface="Roboto Condensed" panose="02000000000000000000" pitchFamily="2" charset="0"/>
                <a:cs typeface="Roboto Condensed" panose="02000000000000000000" pitchFamily="2" charset="0"/>
                <a:sym typeface="Arial"/>
              </a:rPr>
              <a:t>All import* statements are pre-processed at the time playbooks are parsed.</a:t>
            </a:r>
          </a:p>
          <a:p>
            <a:pPr marL="279400" marR="254000" lvl="0" indent="0" algn="l" rtl="0">
              <a:lnSpc>
                <a:spcPct val="115000"/>
              </a:lnSpc>
              <a:spcBef>
                <a:spcPts val="0"/>
              </a:spcBef>
              <a:spcAft>
                <a:spcPts val="0"/>
              </a:spcAft>
              <a:buNone/>
            </a:pPr>
            <a:r>
              <a:rPr lang="en-US" sz="1050" dirty="0">
                <a:solidFill>
                  <a:schemeClr val="accent1">
                    <a:lumMod val="75000"/>
                  </a:schemeClr>
                </a:solidFill>
                <a:highlight>
                  <a:srgbClr val="FFFFFF"/>
                </a:highlight>
                <a:latin typeface="Roboto Condensed" panose="02000000000000000000" pitchFamily="2" charset="0"/>
                <a:ea typeface="Roboto Condensed" panose="02000000000000000000" pitchFamily="2" charset="0"/>
                <a:cs typeface="Roboto Condensed" panose="02000000000000000000" pitchFamily="2" charset="0"/>
                <a:sym typeface="Arial"/>
              </a:rPr>
              <a:t>All include* statements are processed as they encountered during the execution of the playbook.</a:t>
            </a:r>
          </a:p>
          <a:p>
            <a:pPr marL="0" lvl="0" indent="0" algn="l" rtl="0">
              <a:lnSpc>
                <a:spcPct val="115000"/>
              </a:lnSpc>
              <a:spcBef>
                <a:spcPts val="0"/>
              </a:spcBef>
              <a:spcAft>
                <a:spcPts val="0"/>
              </a:spcAft>
              <a:buNone/>
            </a:pPr>
            <a:endParaRPr lang="en-US" sz="1050" dirty="0">
              <a:solidFill>
                <a:schemeClr val="accent1">
                  <a:lumMod val="75000"/>
                </a:schemeClr>
              </a:solidFill>
              <a:highlight>
                <a:srgbClr val="FFFFFF"/>
              </a:highlight>
              <a:latin typeface="Roboto Condensed" panose="02000000000000000000" pitchFamily="2" charset="0"/>
              <a:ea typeface="Roboto Condensed" panose="02000000000000000000" pitchFamily="2" charset="0"/>
              <a:cs typeface="Roboto Condensed" panose="02000000000000000000" pitchFamily="2" charset="0"/>
              <a:sym typeface="Arial"/>
            </a:endParaRPr>
          </a:p>
          <a:p>
            <a:pPr marL="0" lvl="0" indent="0" algn="l" rtl="0">
              <a:lnSpc>
                <a:spcPct val="115000"/>
              </a:lnSpc>
              <a:spcBef>
                <a:spcPts val="0"/>
              </a:spcBef>
              <a:spcAft>
                <a:spcPts val="0"/>
              </a:spcAft>
              <a:buNone/>
            </a:pPr>
            <a:r>
              <a:rPr lang="en-US" sz="1050" dirty="0">
                <a:solidFill>
                  <a:schemeClr val="accent1">
                    <a:lumMod val="75000"/>
                  </a:schemeClr>
                </a:solidFill>
                <a:highlight>
                  <a:srgbClr val="FFFFFF"/>
                </a:highlight>
                <a:latin typeface="Roboto Condensed" panose="02000000000000000000" pitchFamily="2" charset="0"/>
                <a:ea typeface="Roboto Condensed" panose="02000000000000000000" pitchFamily="2" charset="0"/>
                <a:cs typeface="Roboto Condensed" panose="02000000000000000000" pitchFamily="2" charset="0"/>
                <a:sym typeface="Arial"/>
              </a:rPr>
              <a:t>use import when you deal with logical "units". For example, separate long list of tasks into subtask files:</a:t>
            </a:r>
          </a:p>
          <a:p>
            <a:pPr marL="0" lvl="0" indent="0" algn="l" rtl="0">
              <a:lnSpc>
                <a:spcPct val="115000"/>
              </a:lnSpc>
              <a:spcBef>
                <a:spcPts val="0"/>
              </a:spcBef>
              <a:spcAft>
                <a:spcPts val="0"/>
              </a:spcAft>
              <a:buNone/>
            </a:pPr>
            <a:r>
              <a:rPr lang="en-US" sz="1050" dirty="0" err="1">
                <a:solidFill>
                  <a:schemeClr val="accent1">
                    <a:lumMod val="75000"/>
                  </a:schemeClr>
                </a:solidFill>
                <a:highlight>
                  <a:srgbClr val="FFFFFF"/>
                </a:highlight>
                <a:latin typeface="Roboto Condensed" panose="02000000000000000000" pitchFamily="2" charset="0"/>
                <a:ea typeface="Roboto Condensed" panose="02000000000000000000" pitchFamily="2" charset="0"/>
                <a:cs typeface="Roboto Condensed" panose="02000000000000000000" pitchFamily="2" charset="0"/>
                <a:sym typeface="Arial"/>
              </a:rPr>
              <a:t>main.yml</a:t>
            </a:r>
            <a:r>
              <a:rPr lang="en-US" sz="1050" dirty="0">
                <a:solidFill>
                  <a:schemeClr val="accent1">
                    <a:lumMod val="75000"/>
                  </a:schemeClr>
                </a:solidFill>
                <a:highlight>
                  <a:srgbClr val="FFFFFF"/>
                </a:highlight>
                <a:latin typeface="Roboto Condensed" panose="02000000000000000000" pitchFamily="2" charset="0"/>
                <a:ea typeface="Roboto Condensed" panose="02000000000000000000" pitchFamily="2" charset="0"/>
                <a:cs typeface="Roboto Condensed" panose="02000000000000000000" pitchFamily="2" charset="0"/>
                <a:sym typeface="Arial"/>
              </a:rPr>
              <a:t>:</a:t>
            </a:r>
          </a:p>
          <a:p>
            <a:pPr marL="0" lvl="0" indent="0" algn="l" rtl="0">
              <a:lnSpc>
                <a:spcPct val="115000"/>
              </a:lnSpc>
              <a:spcBef>
                <a:spcPts val="0"/>
              </a:spcBef>
              <a:spcAft>
                <a:spcPts val="0"/>
              </a:spcAft>
              <a:buNone/>
            </a:pPr>
            <a:r>
              <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rPr>
              <a:t>- </a:t>
            </a:r>
            <a:r>
              <a:rPr lang="en-US" sz="1050"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rPr>
              <a:t>import_tasks</a:t>
            </a:r>
            <a:r>
              <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rPr>
              <a:t>: </a:t>
            </a:r>
            <a:r>
              <a:rPr lang="en-US" sz="1050"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rPr>
              <a:t>prepare_filesystem.yml</a:t>
            </a:r>
            <a:r>
              <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rPr>
              <a:t> </a:t>
            </a:r>
          </a:p>
          <a:p>
            <a:pPr marL="0" lvl="0" indent="0" algn="l" rtl="0">
              <a:lnSpc>
                <a:spcPct val="115000"/>
              </a:lnSpc>
              <a:spcBef>
                <a:spcPts val="0"/>
              </a:spcBef>
              <a:spcAft>
                <a:spcPts val="0"/>
              </a:spcAft>
              <a:buNone/>
            </a:pPr>
            <a:r>
              <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rPr>
              <a:t>- </a:t>
            </a:r>
            <a:r>
              <a:rPr lang="en-US" sz="1050"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rPr>
              <a:t>import_tasks</a:t>
            </a:r>
            <a:r>
              <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rPr>
              <a:t>: </a:t>
            </a:r>
            <a:r>
              <a:rPr lang="en-US" sz="1050"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rPr>
              <a:t>install_prerequisites.yml</a:t>
            </a:r>
            <a:r>
              <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rPr>
              <a:t> </a:t>
            </a:r>
          </a:p>
          <a:p>
            <a:pPr marL="0" lvl="0" indent="0" algn="l" rtl="0">
              <a:lnSpc>
                <a:spcPct val="115000"/>
              </a:lnSpc>
              <a:spcBef>
                <a:spcPts val="0"/>
              </a:spcBef>
              <a:spcAft>
                <a:spcPts val="0"/>
              </a:spcAft>
              <a:buNone/>
            </a:pPr>
            <a:r>
              <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rPr>
              <a:t>- </a:t>
            </a:r>
            <a:r>
              <a:rPr lang="en-US" sz="1050"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rPr>
              <a:t>import_tasks</a:t>
            </a:r>
            <a:r>
              <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rPr>
              <a:t>: </a:t>
            </a:r>
            <a:r>
              <a:rPr lang="en-US" sz="1050"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rPr>
              <a:t>install_application.yml</a:t>
            </a:r>
            <a:endPar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endParaRPr>
          </a:p>
          <a:p>
            <a:pPr marL="0" lvl="0" indent="0" algn="l" rtl="0">
              <a:lnSpc>
                <a:spcPct val="115000"/>
              </a:lnSpc>
              <a:spcBef>
                <a:spcPts val="0"/>
              </a:spcBef>
              <a:spcAft>
                <a:spcPts val="0"/>
              </a:spcAft>
              <a:buNone/>
            </a:pPr>
            <a:endPar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endParaRPr>
          </a:p>
          <a:p>
            <a:pPr marL="0" lvl="0" indent="0" algn="l" rtl="0">
              <a:lnSpc>
                <a:spcPct val="115000"/>
              </a:lnSpc>
              <a:spcBef>
                <a:spcPts val="0"/>
              </a:spcBef>
              <a:spcAft>
                <a:spcPts val="0"/>
              </a:spcAft>
              <a:buNone/>
            </a:pPr>
            <a:r>
              <a:rPr lang="en-US" sz="1050" dirty="0">
                <a:solidFill>
                  <a:schemeClr val="accent1">
                    <a:lumMod val="75000"/>
                  </a:schemeClr>
                </a:solidFill>
                <a:highlight>
                  <a:srgbClr val="FFFFFF"/>
                </a:highlight>
                <a:latin typeface="Roboto Condensed" panose="02000000000000000000" pitchFamily="2" charset="0"/>
                <a:ea typeface="Roboto Condensed" panose="02000000000000000000" pitchFamily="2" charset="0"/>
                <a:cs typeface="Roboto Condensed" panose="02000000000000000000" pitchFamily="2" charset="0"/>
                <a:sym typeface="Arial"/>
              </a:rPr>
              <a:t>But you would use include to deal with different workflows and take decisions based on some dynamically gathered facts:</a:t>
            </a:r>
          </a:p>
          <a:p>
            <a:pPr marL="0" lvl="0" indent="0" algn="l" rtl="0">
              <a:lnSpc>
                <a:spcPct val="115000"/>
              </a:lnSpc>
              <a:spcBef>
                <a:spcPts val="0"/>
              </a:spcBef>
              <a:spcAft>
                <a:spcPts val="0"/>
              </a:spcAft>
              <a:buNone/>
            </a:pPr>
            <a:r>
              <a:rPr lang="en-US" sz="1050" dirty="0" err="1">
                <a:solidFill>
                  <a:schemeClr val="accent1">
                    <a:lumMod val="75000"/>
                  </a:schemeClr>
                </a:solidFill>
                <a:highlight>
                  <a:srgbClr val="FFFFFF"/>
                </a:highlight>
                <a:latin typeface="Roboto Condensed" panose="02000000000000000000" pitchFamily="2" charset="0"/>
                <a:ea typeface="Roboto Condensed" panose="02000000000000000000" pitchFamily="2" charset="0"/>
                <a:cs typeface="Roboto Condensed" panose="02000000000000000000" pitchFamily="2" charset="0"/>
                <a:sym typeface="Arial"/>
              </a:rPr>
              <a:t>install_prerequisites</a:t>
            </a:r>
            <a:r>
              <a:rPr lang="en-US" sz="1050" dirty="0">
                <a:solidFill>
                  <a:schemeClr val="accent1">
                    <a:lumMod val="75000"/>
                  </a:schemeClr>
                </a:solidFill>
                <a:highlight>
                  <a:srgbClr val="FFFFFF"/>
                </a:highlight>
                <a:latin typeface="Roboto Condensed" panose="02000000000000000000" pitchFamily="2" charset="0"/>
                <a:ea typeface="Roboto Condensed" panose="02000000000000000000" pitchFamily="2" charset="0"/>
                <a:cs typeface="Roboto Condensed" panose="02000000000000000000" pitchFamily="2" charset="0"/>
                <a:sym typeface="Arial"/>
              </a:rPr>
              <a:t>:</a:t>
            </a:r>
          </a:p>
          <a:p>
            <a:pPr marL="171450" lvl="0" indent="-171450" algn="l" rtl="0">
              <a:lnSpc>
                <a:spcPct val="115000"/>
              </a:lnSpc>
              <a:spcBef>
                <a:spcPts val="0"/>
              </a:spcBef>
              <a:spcAft>
                <a:spcPts val="0"/>
              </a:spcAft>
              <a:buFontTx/>
              <a:buChar char="-"/>
            </a:pPr>
            <a:r>
              <a:rPr lang="en-US" sz="1050"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rPr>
              <a:t>include_tasks</a:t>
            </a:r>
            <a:r>
              <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rPr>
              <a:t>: prerequisites_{{ </a:t>
            </a:r>
            <a:r>
              <a:rPr lang="en-US" sz="1050"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rPr>
              <a:t>ansible_os_family</a:t>
            </a:r>
            <a:r>
              <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rPr>
              <a:t> | lower }}.</a:t>
            </a:r>
            <a:r>
              <a:rPr lang="en-US" sz="1050"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rPr>
              <a:t>yml</a:t>
            </a:r>
            <a:endPar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endParaRPr>
          </a:p>
          <a:p>
            <a:pPr marL="171450" lvl="0" indent="-171450" algn="l" rtl="0">
              <a:lnSpc>
                <a:spcPct val="115000"/>
              </a:lnSpc>
              <a:spcBef>
                <a:spcPts val="0"/>
              </a:spcBef>
              <a:spcAft>
                <a:spcPts val="0"/>
              </a:spcAft>
              <a:buFontTx/>
              <a:buChar char="-"/>
            </a:pPr>
            <a:endPar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endParaRPr>
          </a:p>
          <a:p>
            <a:pPr marL="0" lvl="0" indent="0" algn="l" rtl="0">
              <a:spcBef>
                <a:spcPts val="0"/>
              </a:spcBef>
              <a:spcAft>
                <a:spcPts val="0"/>
              </a:spcAft>
              <a:buNone/>
            </a:pPr>
            <a:r>
              <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Courier New"/>
              </a:rPr>
              <a:t> </a:t>
            </a:r>
            <a:r>
              <a:rPr lang="en-US" sz="1050" b="1"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Courier New"/>
              </a:rPr>
              <a:t>-</a:t>
            </a:r>
            <a:r>
              <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Courier New"/>
              </a:rPr>
              <a:t> name</a:t>
            </a:r>
            <a:r>
              <a:rPr lang="en-US" sz="1050" b="1"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Courier New"/>
              </a:rPr>
              <a:t>:</a:t>
            </a:r>
            <a:r>
              <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Courier New"/>
              </a:rPr>
              <a:t> Include task list in play only if the condition is true</a:t>
            </a:r>
          </a:p>
          <a:p>
            <a:pPr marL="0" lvl="0" indent="0" algn="l" rtl="0">
              <a:spcBef>
                <a:spcPts val="0"/>
              </a:spcBef>
              <a:spcAft>
                <a:spcPts val="0"/>
              </a:spcAft>
              <a:buNone/>
            </a:pPr>
            <a:r>
              <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Courier New"/>
              </a:rPr>
              <a:t>      </a:t>
            </a:r>
            <a:r>
              <a:rPr lang="en-US" sz="1050"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Courier New"/>
              </a:rPr>
              <a:t>include_tasks</a:t>
            </a:r>
            <a:r>
              <a:rPr lang="en-US" sz="1050" b="1"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Courier New"/>
              </a:rPr>
              <a:t>:</a:t>
            </a:r>
            <a:r>
              <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Courier New"/>
              </a:rPr>
              <a:t> "{{ </a:t>
            </a:r>
            <a:r>
              <a:rPr lang="en-US" sz="1050" b="1"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Courier New"/>
              </a:rPr>
              <a:t>hostvar</a:t>
            </a:r>
            <a:r>
              <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Courier New"/>
              </a:rPr>
              <a:t> }}.</a:t>
            </a:r>
            <a:r>
              <a:rPr lang="en-US" sz="1050"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Courier New"/>
              </a:rPr>
              <a:t>yaml</a:t>
            </a:r>
            <a:r>
              <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Courier New"/>
              </a:rPr>
              <a:t>"</a:t>
            </a:r>
          </a:p>
          <a:p>
            <a:pPr marL="114300" marR="114300" lvl="0" indent="0" algn="l" rtl="0">
              <a:lnSpc>
                <a:spcPct val="140000"/>
              </a:lnSpc>
              <a:spcBef>
                <a:spcPts val="0"/>
              </a:spcBef>
              <a:spcAft>
                <a:spcPts val="0"/>
              </a:spcAft>
              <a:buNone/>
            </a:pPr>
            <a:r>
              <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Courier New"/>
              </a:rPr>
              <a:t>      when</a:t>
            </a:r>
            <a:r>
              <a:rPr lang="en-US" sz="1050" b="1"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Courier New"/>
              </a:rPr>
              <a:t>:</a:t>
            </a:r>
            <a:r>
              <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Courier New"/>
              </a:rPr>
              <a:t> </a:t>
            </a:r>
            <a:r>
              <a:rPr lang="en-US" sz="1050" dirty="0" err="1">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Courier New"/>
              </a:rPr>
              <a:t>hostvar</a:t>
            </a:r>
            <a:r>
              <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Courier New"/>
              </a:rPr>
              <a:t> is defined</a:t>
            </a:r>
            <a:endParaRPr lang="en-US"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sym typeface="Arial"/>
            </a:endParaRPr>
          </a:p>
          <a:p>
            <a:pPr marL="0" lvl="0" indent="0" algn="l" rtl="0">
              <a:lnSpc>
                <a:spcPct val="100000"/>
              </a:lnSpc>
              <a:spcBef>
                <a:spcPts val="600"/>
              </a:spcBef>
              <a:spcAft>
                <a:spcPts val="0"/>
              </a:spcAft>
              <a:buNone/>
            </a:pPr>
            <a:endParaRPr lang="en-US" sz="1100" dirty="0">
              <a:solidFill>
                <a:schemeClr val="accent1">
                  <a:lumMod val="75000"/>
                </a:schemeClr>
              </a:solidFill>
              <a:highlight>
                <a:srgbClr val="FCFCFC"/>
              </a:highlight>
              <a:latin typeface="Roboto Condensed" panose="02000000000000000000" pitchFamily="2" charset="0"/>
              <a:ea typeface="Roboto Condensed" panose="02000000000000000000" pitchFamily="2" charset="0"/>
              <a:cs typeface="Roboto Condensed" panose="02000000000000000000" pitchFamily="2" charset="0"/>
              <a:sym typeface="Arial"/>
            </a:endParaRPr>
          </a:p>
        </p:txBody>
      </p:sp>
      <p:sp>
        <p:nvSpPr>
          <p:cNvPr id="445" name="Google Shape;445;p49"/>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35</a:t>
            </a:fld>
            <a:endParaRPr/>
          </a:p>
        </p:txBody>
      </p:sp>
      <p:sp>
        <p:nvSpPr>
          <p:cNvPr id="446" name="Google Shape;446;p49"/>
          <p:cNvSpPr txBox="1"/>
          <p:nvPr/>
        </p:nvSpPr>
        <p:spPr>
          <a:xfrm>
            <a:off x="46025" y="4812225"/>
            <a:ext cx="5228100" cy="292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700"/>
              <a:t>https://docs.ansible.com/ansible/latest/user_guide/playbooks_reuse.html#playbooks-reuse</a:t>
            </a:r>
            <a:endParaRPr sz="7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6BC15-A8A4-F550-CF9E-8BA05545DB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36</a:t>
            </a:fld>
            <a:endParaRPr lang="en"/>
          </a:p>
        </p:txBody>
      </p:sp>
      <p:sp>
        <p:nvSpPr>
          <p:cNvPr id="3" name="TextBox 2">
            <a:extLst>
              <a:ext uri="{FF2B5EF4-FFF2-40B4-BE49-F238E27FC236}">
                <a16:creationId xmlns:a16="http://schemas.microsoft.com/office/drawing/2014/main" id="{19E79E5B-AA57-6456-F303-F6A8BB14C7BD}"/>
              </a:ext>
            </a:extLst>
          </p:cNvPr>
          <p:cNvSpPr txBox="1"/>
          <p:nvPr/>
        </p:nvSpPr>
        <p:spPr>
          <a:xfrm>
            <a:off x="3613757" y="2048530"/>
            <a:ext cx="2573867" cy="677108"/>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Best Practices</a:t>
            </a:r>
          </a:p>
          <a:p>
            <a:endParaRPr lang="en-IN" dirty="0"/>
          </a:p>
        </p:txBody>
      </p:sp>
    </p:spTree>
    <p:extLst>
      <p:ext uri="{BB962C8B-B14F-4D97-AF65-F5344CB8AC3E}">
        <p14:creationId xmlns:p14="http://schemas.microsoft.com/office/powerpoint/2010/main" val="23710106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6BC15-A8A4-F550-CF9E-8BA05545DB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37</a:t>
            </a:fld>
            <a:endParaRPr lang="en"/>
          </a:p>
        </p:txBody>
      </p:sp>
      <p:sp>
        <p:nvSpPr>
          <p:cNvPr id="3" name="TextBox 2">
            <a:extLst>
              <a:ext uri="{FF2B5EF4-FFF2-40B4-BE49-F238E27FC236}">
                <a16:creationId xmlns:a16="http://schemas.microsoft.com/office/drawing/2014/main" id="{19E79E5B-AA57-6456-F303-F6A8BB14C7BD}"/>
              </a:ext>
            </a:extLst>
          </p:cNvPr>
          <p:cNvSpPr txBox="1"/>
          <p:nvPr/>
        </p:nvSpPr>
        <p:spPr>
          <a:xfrm>
            <a:off x="735878" y="1282207"/>
            <a:ext cx="2573867" cy="1600438"/>
          </a:xfrm>
          <a:prstGeom prst="rect">
            <a:avLst/>
          </a:prstGeom>
          <a:noFill/>
        </p:spPr>
        <p:txBody>
          <a:bodyPr wrap="square" rtlCol="0">
            <a:spAutoFit/>
          </a:bodyPr>
          <a:lstStyle/>
          <a:p>
            <a:pPr marL="285750" indent="-285750">
              <a:buFont typeface="Arial" panose="020B0604020202020204" pitchFamily="34" charset="0"/>
              <a:buChar char="•"/>
            </a:pP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Complexity Kills</a:t>
            </a:r>
          </a:p>
          <a:p>
            <a:pPr marL="285750" indent="-285750">
              <a:buFont typeface="Arial" panose="020B0604020202020204" pitchFamily="34" charset="0"/>
              <a:buChar char="•"/>
            </a:pP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Optimize for readability</a:t>
            </a:r>
          </a:p>
          <a:p>
            <a:pPr marL="285750" indent="-285750">
              <a:buFont typeface="Arial" panose="020B0604020202020204" pitchFamily="34" charset="0"/>
              <a:buChar char="•"/>
            </a:pP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Think declaratively</a:t>
            </a:r>
          </a:p>
          <a:p>
            <a:pPr marL="285750" indent="-285750">
              <a:buFont typeface="Arial" panose="020B0604020202020204" pitchFamily="34" charset="0"/>
              <a:buChar char="•"/>
            </a:pP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endParaRPr lang="en-IN"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p:txBody>
      </p:sp>
    </p:spTree>
    <p:extLst>
      <p:ext uri="{BB962C8B-B14F-4D97-AF65-F5344CB8AC3E}">
        <p14:creationId xmlns:p14="http://schemas.microsoft.com/office/powerpoint/2010/main" val="6488049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6BC15-A8A4-F550-CF9E-8BA05545DB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38</a:t>
            </a:fld>
            <a:endParaRPr lang="en"/>
          </a:p>
        </p:txBody>
      </p:sp>
      <p:sp>
        <p:nvSpPr>
          <p:cNvPr id="3" name="TextBox 2">
            <a:extLst>
              <a:ext uri="{FF2B5EF4-FFF2-40B4-BE49-F238E27FC236}">
                <a16:creationId xmlns:a16="http://schemas.microsoft.com/office/drawing/2014/main" id="{19E79E5B-AA57-6456-F303-F6A8BB14C7BD}"/>
              </a:ext>
            </a:extLst>
          </p:cNvPr>
          <p:cNvSpPr txBox="1"/>
          <p:nvPr/>
        </p:nvSpPr>
        <p:spPr>
          <a:xfrm>
            <a:off x="3635022" y="169333"/>
            <a:ext cx="2573867" cy="461665"/>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Project Layout</a:t>
            </a:r>
          </a:p>
        </p:txBody>
      </p:sp>
      <p:pic>
        <p:nvPicPr>
          <p:cNvPr id="5" name="Picture 4">
            <a:extLst>
              <a:ext uri="{FF2B5EF4-FFF2-40B4-BE49-F238E27FC236}">
                <a16:creationId xmlns:a16="http://schemas.microsoft.com/office/drawing/2014/main" id="{8DF74562-FDAF-DD98-9A88-B35113274646}"/>
              </a:ext>
            </a:extLst>
          </p:cNvPr>
          <p:cNvPicPr>
            <a:picLocks noChangeAspect="1"/>
          </p:cNvPicPr>
          <p:nvPr/>
        </p:nvPicPr>
        <p:blipFill>
          <a:blip r:embed="rId2"/>
          <a:stretch>
            <a:fillRect/>
          </a:stretch>
        </p:blipFill>
        <p:spPr>
          <a:xfrm>
            <a:off x="358422" y="1059490"/>
            <a:ext cx="6553200" cy="3676650"/>
          </a:xfrm>
          <a:prstGeom prst="rect">
            <a:avLst/>
          </a:prstGeom>
        </p:spPr>
      </p:pic>
    </p:spTree>
    <p:extLst>
      <p:ext uri="{BB962C8B-B14F-4D97-AF65-F5344CB8AC3E}">
        <p14:creationId xmlns:p14="http://schemas.microsoft.com/office/powerpoint/2010/main" val="23724368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6BC15-A8A4-F550-CF9E-8BA05545DB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39</a:t>
            </a:fld>
            <a:endParaRPr lang="en"/>
          </a:p>
        </p:txBody>
      </p:sp>
      <p:sp>
        <p:nvSpPr>
          <p:cNvPr id="3" name="TextBox 2">
            <a:extLst>
              <a:ext uri="{FF2B5EF4-FFF2-40B4-BE49-F238E27FC236}">
                <a16:creationId xmlns:a16="http://schemas.microsoft.com/office/drawing/2014/main" id="{19E79E5B-AA57-6456-F303-F6A8BB14C7BD}"/>
              </a:ext>
            </a:extLst>
          </p:cNvPr>
          <p:cNvSpPr txBox="1"/>
          <p:nvPr/>
        </p:nvSpPr>
        <p:spPr>
          <a:xfrm>
            <a:off x="3635022" y="169333"/>
            <a:ext cx="3453349" cy="461665"/>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Meaningful Inventory Names</a:t>
            </a:r>
          </a:p>
        </p:txBody>
      </p:sp>
      <p:pic>
        <p:nvPicPr>
          <p:cNvPr id="5" name="Picture 4">
            <a:extLst>
              <a:ext uri="{FF2B5EF4-FFF2-40B4-BE49-F238E27FC236}">
                <a16:creationId xmlns:a16="http://schemas.microsoft.com/office/drawing/2014/main" id="{CA9F3189-8D72-836B-B731-07F5561A10EC}"/>
              </a:ext>
            </a:extLst>
          </p:cNvPr>
          <p:cNvPicPr>
            <a:picLocks noChangeAspect="1"/>
          </p:cNvPicPr>
          <p:nvPr/>
        </p:nvPicPr>
        <p:blipFill>
          <a:blip r:embed="rId2"/>
          <a:stretch>
            <a:fillRect/>
          </a:stretch>
        </p:blipFill>
        <p:spPr>
          <a:xfrm>
            <a:off x="750978" y="1124615"/>
            <a:ext cx="3394407" cy="2128948"/>
          </a:xfrm>
          <a:prstGeom prst="rect">
            <a:avLst/>
          </a:prstGeom>
        </p:spPr>
      </p:pic>
      <p:pic>
        <p:nvPicPr>
          <p:cNvPr id="7" name="Picture 6">
            <a:extLst>
              <a:ext uri="{FF2B5EF4-FFF2-40B4-BE49-F238E27FC236}">
                <a16:creationId xmlns:a16="http://schemas.microsoft.com/office/drawing/2014/main" id="{5E79615A-8771-C5FA-AB4B-A984D2455986}"/>
              </a:ext>
            </a:extLst>
          </p:cNvPr>
          <p:cNvPicPr>
            <a:picLocks noChangeAspect="1"/>
          </p:cNvPicPr>
          <p:nvPr/>
        </p:nvPicPr>
        <p:blipFill>
          <a:blip r:embed="rId3"/>
          <a:stretch>
            <a:fillRect/>
          </a:stretch>
        </p:blipFill>
        <p:spPr>
          <a:xfrm>
            <a:off x="4874244" y="1088036"/>
            <a:ext cx="3394407" cy="2165527"/>
          </a:xfrm>
          <a:prstGeom prst="rect">
            <a:avLst/>
          </a:prstGeom>
        </p:spPr>
      </p:pic>
      <p:cxnSp>
        <p:nvCxnSpPr>
          <p:cNvPr id="9" name="Straight Connector 8">
            <a:extLst>
              <a:ext uri="{FF2B5EF4-FFF2-40B4-BE49-F238E27FC236}">
                <a16:creationId xmlns:a16="http://schemas.microsoft.com/office/drawing/2014/main" id="{1946CD58-B939-507B-E0E6-B46E4D50A117}"/>
              </a:ext>
            </a:extLst>
          </p:cNvPr>
          <p:cNvCxnSpPr/>
          <p:nvPr/>
        </p:nvCxnSpPr>
        <p:spPr>
          <a:xfrm>
            <a:off x="4479851" y="935665"/>
            <a:ext cx="0" cy="266522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47284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6BC15-A8A4-F550-CF9E-8BA05545DB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40</a:t>
            </a:fld>
            <a:endParaRPr lang="en"/>
          </a:p>
        </p:txBody>
      </p:sp>
      <p:sp>
        <p:nvSpPr>
          <p:cNvPr id="3" name="TextBox 2">
            <a:extLst>
              <a:ext uri="{FF2B5EF4-FFF2-40B4-BE49-F238E27FC236}">
                <a16:creationId xmlns:a16="http://schemas.microsoft.com/office/drawing/2014/main" id="{19E79E5B-AA57-6456-F303-F6A8BB14C7BD}"/>
              </a:ext>
            </a:extLst>
          </p:cNvPr>
          <p:cNvSpPr txBox="1"/>
          <p:nvPr/>
        </p:nvSpPr>
        <p:spPr>
          <a:xfrm>
            <a:off x="3635022" y="169333"/>
            <a:ext cx="3191079" cy="677108"/>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Vertical Reading is Easier</a:t>
            </a:r>
          </a:p>
          <a:p>
            <a:endParaRPr lang="en-IN" dirty="0"/>
          </a:p>
        </p:txBody>
      </p:sp>
      <p:pic>
        <p:nvPicPr>
          <p:cNvPr id="5" name="Picture 4">
            <a:extLst>
              <a:ext uri="{FF2B5EF4-FFF2-40B4-BE49-F238E27FC236}">
                <a16:creationId xmlns:a16="http://schemas.microsoft.com/office/drawing/2014/main" id="{084AA5BD-9F9A-B998-2E99-0021F036DBC2}"/>
              </a:ext>
            </a:extLst>
          </p:cNvPr>
          <p:cNvPicPr>
            <a:picLocks noChangeAspect="1"/>
          </p:cNvPicPr>
          <p:nvPr/>
        </p:nvPicPr>
        <p:blipFill>
          <a:blip r:embed="rId2"/>
          <a:stretch>
            <a:fillRect/>
          </a:stretch>
        </p:blipFill>
        <p:spPr>
          <a:xfrm>
            <a:off x="396617" y="1067797"/>
            <a:ext cx="3680564" cy="2327534"/>
          </a:xfrm>
          <a:prstGeom prst="rect">
            <a:avLst/>
          </a:prstGeom>
        </p:spPr>
      </p:pic>
      <p:pic>
        <p:nvPicPr>
          <p:cNvPr id="7" name="Picture 6">
            <a:extLst>
              <a:ext uri="{FF2B5EF4-FFF2-40B4-BE49-F238E27FC236}">
                <a16:creationId xmlns:a16="http://schemas.microsoft.com/office/drawing/2014/main" id="{365EDF06-2DA1-E5AD-93EA-92FEA74318BA}"/>
              </a:ext>
            </a:extLst>
          </p:cNvPr>
          <p:cNvPicPr>
            <a:picLocks noChangeAspect="1"/>
          </p:cNvPicPr>
          <p:nvPr/>
        </p:nvPicPr>
        <p:blipFill>
          <a:blip r:embed="rId3"/>
          <a:stretch>
            <a:fillRect/>
          </a:stretch>
        </p:blipFill>
        <p:spPr>
          <a:xfrm>
            <a:off x="5062121" y="1067797"/>
            <a:ext cx="3685262" cy="2327534"/>
          </a:xfrm>
          <a:prstGeom prst="rect">
            <a:avLst/>
          </a:prstGeom>
        </p:spPr>
      </p:pic>
      <p:cxnSp>
        <p:nvCxnSpPr>
          <p:cNvPr id="8" name="Straight Connector 7">
            <a:extLst>
              <a:ext uri="{FF2B5EF4-FFF2-40B4-BE49-F238E27FC236}">
                <a16:creationId xmlns:a16="http://schemas.microsoft.com/office/drawing/2014/main" id="{767812ED-DC09-5E6E-68B1-DB3FA2C1C144}"/>
              </a:ext>
            </a:extLst>
          </p:cNvPr>
          <p:cNvCxnSpPr/>
          <p:nvPr/>
        </p:nvCxnSpPr>
        <p:spPr>
          <a:xfrm>
            <a:off x="4479851" y="935665"/>
            <a:ext cx="0" cy="266522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18925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6BC15-A8A4-F550-CF9E-8BA05545DB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41</a:t>
            </a:fld>
            <a:endParaRPr lang="en"/>
          </a:p>
        </p:txBody>
      </p:sp>
      <p:sp>
        <p:nvSpPr>
          <p:cNvPr id="3" name="TextBox 2">
            <a:extLst>
              <a:ext uri="{FF2B5EF4-FFF2-40B4-BE49-F238E27FC236}">
                <a16:creationId xmlns:a16="http://schemas.microsoft.com/office/drawing/2014/main" id="{19E79E5B-AA57-6456-F303-F6A8BB14C7BD}"/>
              </a:ext>
            </a:extLst>
          </p:cNvPr>
          <p:cNvSpPr txBox="1"/>
          <p:nvPr/>
        </p:nvSpPr>
        <p:spPr>
          <a:xfrm>
            <a:off x="3635022" y="169333"/>
            <a:ext cx="3091843" cy="677108"/>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Meaningful Task Names</a:t>
            </a:r>
          </a:p>
          <a:p>
            <a:endParaRPr lang="en-IN" dirty="0"/>
          </a:p>
        </p:txBody>
      </p:sp>
      <p:pic>
        <p:nvPicPr>
          <p:cNvPr id="5" name="Picture 4">
            <a:extLst>
              <a:ext uri="{FF2B5EF4-FFF2-40B4-BE49-F238E27FC236}">
                <a16:creationId xmlns:a16="http://schemas.microsoft.com/office/drawing/2014/main" id="{D79D037E-2E98-124F-56A7-2B2A78798F08}"/>
              </a:ext>
            </a:extLst>
          </p:cNvPr>
          <p:cNvPicPr>
            <a:picLocks noChangeAspect="1"/>
          </p:cNvPicPr>
          <p:nvPr/>
        </p:nvPicPr>
        <p:blipFill>
          <a:blip r:embed="rId2"/>
          <a:stretch>
            <a:fillRect/>
          </a:stretch>
        </p:blipFill>
        <p:spPr>
          <a:xfrm>
            <a:off x="354197" y="987167"/>
            <a:ext cx="3643648" cy="2897262"/>
          </a:xfrm>
          <a:prstGeom prst="rect">
            <a:avLst/>
          </a:prstGeom>
        </p:spPr>
      </p:pic>
      <p:pic>
        <p:nvPicPr>
          <p:cNvPr id="7" name="Picture 6">
            <a:extLst>
              <a:ext uri="{FF2B5EF4-FFF2-40B4-BE49-F238E27FC236}">
                <a16:creationId xmlns:a16="http://schemas.microsoft.com/office/drawing/2014/main" id="{65886FCC-7F71-D16C-A77F-9300D1D5318B}"/>
              </a:ext>
            </a:extLst>
          </p:cNvPr>
          <p:cNvPicPr>
            <a:picLocks noChangeAspect="1"/>
          </p:cNvPicPr>
          <p:nvPr/>
        </p:nvPicPr>
        <p:blipFill>
          <a:blip r:embed="rId3"/>
          <a:stretch>
            <a:fillRect/>
          </a:stretch>
        </p:blipFill>
        <p:spPr>
          <a:xfrm>
            <a:off x="5082363" y="987167"/>
            <a:ext cx="3639536" cy="2897262"/>
          </a:xfrm>
          <a:prstGeom prst="rect">
            <a:avLst/>
          </a:prstGeom>
        </p:spPr>
      </p:pic>
      <p:cxnSp>
        <p:nvCxnSpPr>
          <p:cNvPr id="8" name="Straight Connector 7">
            <a:extLst>
              <a:ext uri="{FF2B5EF4-FFF2-40B4-BE49-F238E27FC236}">
                <a16:creationId xmlns:a16="http://schemas.microsoft.com/office/drawing/2014/main" id="{670DEFE2-94ED-5BBC-575F-603D67C933BF}"/>
              </a:ext>
            </a:extLst>
          </p:cNvPr>
          <p:cNvCxnSpPr>
            <a:cxnSpLocks/>
          </p:cNvCxnSpPr>
          <p:nvPr/>
        </p:nvCxnSpPr>
        <p:spPr>
          <a:xfrm>
            <a:off x="4479851" y="878961"/>
            <a:ext cx="0" cy="329609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893212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6BC15-A8A4-F550-CF9E-8BA05545DB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42</a:t>
            </a:fld>
            <a:endParaRPr lang="en"/>
          </a:p>
        </p:txBody>
      </p:sp>
      <p:sp>
        <p:nvSpPr>
          <p:cNvPr id="4" name="TextBox 3">
            <a:extLst>
              <a:ext uri="{FF2B5EF4-FFF2-40B4-BE49-F238E27FC236}">
                <a16:creationId xmlns:a16="http://schemas.microsoft.com/office/drawing/2014/main" id="{B5A1E063-D5FD-0BDA-AAF8-7E49130C88E6}"/>
              </a:ext>
            </a:extLst>
          </p:cNvPr>
          <p:cNvSpPr txBox="1"/>
          <p:nvPr/>
        </p:nvSpPr>
        <p:spPr>
          <a:xfrm>
            <a:off x="3567682" y="196801"/>
            <a:ext cx="3152389" cy="677108"/>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Meaningful Task Names</a:t>
            </a:r>
          </a:p>
          <a:p>
            <a:endParaRPr lang="en-IN" dirty="0"/>
          </a:p>
        </p:txBody>
      </p:sp>
      <p:pic>
        <p:nvPicPr>
          <p:cNvPr id="6" name="Picture 5">
            <a:extLst>
              <a:ext uri="{FF2B5EF4-FFF2-40B4-BE49-F238E27FC236}">
                <a16:creationId xmlns:a16="http://schemas.microsoft.com/office/drawing/2014/main" id="{AC02D889-586B-CA31-E38B-106DDB7A9A3C}"/>
              </a:ext>
            </a:extLst>
          </p:cNvPr>
          <p:cNvPicPr>
            <a:picLocks noChangeAspect="1"/>
          </p:cNvPicPr>
          <p:nvPr/>
        </p:nvPicPr>
        <p:blipFill>
          <a:blip r:embed="rId2"/>
          <a:stretch>
            <a:fillRect/>
          </a:stretch>
        </p:blipFill>
        <p:spPr>
          <a:xfrm>
            <a:off x="941635" y="1088617"/>
            <a:ext cx="3152389" cy="2512275"/>
          </a:xfrm>
          <a:prstGeom prst="rect">
            <a:avLst/>
          </a:prstGeom>
        </p:spPr>
      </p:pic>
      <p:pic>
        <p:nvPicPr>
          <p:cNvPr id="8" name="Picture 7">
            <a:extLst>
              <a:ext uri="{FF2B5EF4-FFF2-40B4-BE49-F238E27FC236}">
                <a16:creationId xmlns:a16="http://schemas.microsoft.com/office/drawing/2014/main" id="{ABF4BA5A-FF19-13AD-0B42-943258072FB6}"/>
              </a:ext>
            </a:extLst>
          </p:cNvPr>
          <p:cNvPicPr>
            <a:picLocks noChangeAspect="1"/>
          </p:cNvPicPr>
          <p:nvPr/>
        </p:nvPicPr>
        <p:blipFill>
          <a:blip r:embed="rId3"/>
          <a:stretch>
            <a:fillRect/>
          </a:stretch>
        </p:blipFill>
        <p:spPr>
          <a:xfrm>
            <a:off x="4865679" y="1088617"/>
            <a:ext cx="3155916" cy="2512275"/>
          </a:xfrm>
          <a:prstGeom prst="rect">
            <a:avLst/>
          </a:prstGeom>
        </p:spPr>
      </p:pic>
      <p:cxnSp>
        <p:nvCxnSpPr>
          <p:cNvPr id="9" name="Straight Connector 8">
            <a:extLst>
              <a:ext uri="{FF2B5EF4-FFF2-40B4-BE49-F238E27FC236}">
                <a16:creationId xmlns:a16="http://schemas.microsoft.com/office/drawing/2014/main" id="{D6EC4DB0-80F5-EAFE-7496-413DDD582317}"/>
              </a:ext>
            </a:extLst>
          </p:cNvPr>
          <p:cNvCxnSpPr>
            <a:cxnSpLocks/>
          </p:cNvCxnSpPr>
          <p:nvPr/>
        </p:nvCxnSpPr>
        <p:spPr>
          <a:xfrm>
            <a:off x="4479851" y="878961"/>
            <a:ext cx="0" cy="3296093"/>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07570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6BC15-A8A4-F550-CF9E-8BA05545DB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43</a:t>
            </a:fld>
            <a:endParaRPr lang="en"/>
          </a:p>
        </p:txBody>
      </p:sp>
      <p:sp>
        <p:nvSpPr>
          <p:cNvPr id="3" name="TextBox 2">
            <a:extLst>
              <a:ext uri="{FF2B5EF4-FFF2-40B4-BE49-F238E27FC236}">
                <a16:creationId xmlns:a16="http://schemas.microsoft.com/office/drawing/2014/main" id="{19E79E5B-AA57-6456-F303-F6A8BB14C7BD}"/>
              </a:ext>
            </a:extLst>
          </p:cNvPr>
          <p:cNvSpPr txBox="1"/>
          <p:nvPr/>
        </p:nvSpPr>
        <p:spPr>
          <a:xfrm>
            <a:off x="3372753" y="131991"/>
            <a:ext cx="3417907" cy="677108"/>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Consider Writing a Module</a:t>
            </a:r>
          </a:p>
          <a:p>
            <a:endParaRPr lang="en-IN" dirty="0">
              <a:solidFill>
                <a:schemeClr val="accent1">
                  <a:lumMod val="75000"/>
                </a:schemeClr>
              </a:solidFill>
              <a:latin typeface="Oswald" panose="00000500000000000000" pitchFamily="2" charset="0"/>
            </a:endParaRPr>
          </a:p>
        </p:txBody>
      </p:sp>
      <p:pic>
        <p:nvPicPr>
          <p:cNvPr id="5" name="Picture 4">
            <a:extLst>
              <a:ext uri="{FF2B5EF4-FFF2-40B4-BE49-F238E27FC236}">
                <a16:creationId xmlns:a16="http://schemas.microsoft.com/office/drawing/2014/main" id="{0B2A57AF-63C5-FCB2-E62D-C1D96EA55762}"/>
              </a:ext>
            </a:extLst>
          </p:cNvPr>
          <p:cNvPicPr>
            <a:picLocks noChangeAspect="1"/>
          </p:cNvPicPr>
          <p:nvPr/>
        </p:nvPicPr>
        <p:blipFill>
          <a:blip r:embed="rId2"/>
          <a:stretch>
            <a:fillRect/>
          </a:stretch>
        </p:blipFill>
        <p:spPr>
          <a:xfrm>
            <a:off x="488095" y="961250"/>
            <a:ext cx="3521299" cy="2760145"/>
          </a:xfrm>
          <a:prstGeom prst="rect">
            <a:avLst/>
          </a:prstGeom>
        </p:spPr>
      </p:pic>
      <p:pic>
        <p:nvPicPr>
          <p:cNvPr id="7" name="Picture 6">
            <a:extLst>
              <a:ext uri="{FF2B5EF4-FFF2-40B4-BE49-F238E27FC236}">
                <a16:creationId xmlns:a16="http://schemas.microsoft.com/office/drawing/2014/main" id="{66E259F6-9B79-F512-4EC4-A5A69437B730}"/>
              </a:ext>
            </a:extLst>
          </p:cNvPr>
          <p:cNvPicPr>
            <a:picLocks noChangeAspect="1"/>
          </p:cNvPicPr>
          <p:nvPr/>
        </p:nvPicPr>
        <p:blipFill>
          <a:blip r:embed="rId3"/>
          <a:stretch>
            <a:fillRect/>
          </a:stretch>
        </p:blipFill>
        <p:spPr>
          <a:xfrm>
            <a:off x="4999928" y="961250"/>
            <a:ext cx="3474893" cy="2760145"/>
          </a:xfrm>
          <a:prstGeom prst="rect">
            <a:avLst/>
          </a:prstGeom>
        </p:spPr>
      </p:pic>
      <p:cxnSp>
        <p:nvCxnSpPr>
          <p:cNvPr id="8" name="Straight Connector 7">
            <a:extLst>
              <a:ext uri="{FF2B5EF4-FFF2-40B4-BE49-F238E27FC236}">
                <a16:creationId xmlns:a16="http://schemas.microsoft.com/office/drawing/2014/main" id="{66E554F4-D7A2-C14A-A09F-D50EBBECC9DF}"/>
              </a:ext>
            </a:extLst>
          </p:cNvPr>
          <p:cNvCxnSpPr>
            <a:cxnSpLocks/>
          </p:cNvCxnSpPr>
          <p:nvPr/>
        </p:nvCxnSpPr>
        <p:spPr>
          <a:xfrm>
            <a:off x="4479851" y="893137"/>
            <a:ext cx="0" cy="305508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2878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16BC15-A8A4-F550-CF9E-8BA05545DBB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44</a:t>
            </a:fld>
            <a:endParaRPr lang="en"/>
          </a:p>
        </p:txBody>
      </p:sp>
      <p:sp>
        <p:nvSpPr>
          <p:cNvPr id="3" name="TextBox 2">
            <a:extLst>
              <a:ext uri="{FF2B5EF4-FFF2-40B4-BE49-F238E27FC236}">
                <a16:creationId xmlns:a16="http://schemas.microsoft.com/office/drawing/2014/main" id="{19E79E5B-AA57-6456-F303-F6A8BB14C7BD}"/>
              </a:ext>
            </a:extLst>
          </p:cNvPr>
          <p:cNvSpPr txBox="1"/>
          <p:nvPr/>
        </p:nvSpPr>
        <p:spPr>
          <a:xfrm>
            <a:off x="2955852" y="169333"/>
            <a:ext cx="4671236" cy="677108"/>
          </a:xfrm>
          <a:prstGeom prst="rect">
            <a:avLst/>
          </a:prstGeom>
          <a:noFill/>
        </p:spPr>
        <p:txBody>
          <a:bodyPr wrap="square" rtlCol="0">
            <a:spAutoFit/>
          </a:bodyPr>
          <a:lstStyle/>
          <a:p>
            <a:r>
              <a:rPr lang="en-IN" sz="2400" dirty="0">
                <a:solidFill>
                  <a:schemeClr val="accent1">
                    <a:lumMod val="75000"/>
                  </a:schemeClr>
                </a:solidFill>
                <a:latin typeface="Oswald" panose="00000500000000000000" pitchFamily="2" charset="0"/>
              </a:rPr>
              <a:t>Continuous Integration with Ansible</a:t>
            </a:r>
          </a:p>
          <a:p>
            <a:endParaRPr lang="en-IN" dirty="0"/>
          </a:p>
        </p:txBody>
      </p:sp>
      <p:sp>
        <p:nvSpPr>
          <p:cNvPr id="4" name="TextBox 3">
            <a:extLst>
              <a:ext uri="{FF2B5EF4-FFF2-40B4-BE49-F238E27FC236}">
                <a16:creationId xmlns:a16="http://schemas.microsoft.com/office/drawing/2014/main" id="{8BF68E6D-F92E-6F31-AF92-0B2E40B323CA}"/>
              </a:ext>
            </a:extLst>
          </p:cNvPr>
          <p:cNvSpPr txBox="1"/>
          <p:nvPr/>
        </p:nvSpPr>
        <p:spPr>
          <a:xfrm>
            <a:off x="520602" y="1181269"/>
            <a:ext cx="2573867" cy="523220"/>
          </a:xfrm>
          <a:prstGeom prst="rect">
            <a:avLst/>
          </a:prstGeom>
          <a:noFill/>
        </p:spPr>
        <p:txBody>
          <a:bodyPr wrap="square" rtlCol="0">
            <a:spAutoFit/>
          </a:bodyPr>
          <a:lstStyle/>
          <a:p>
            <a:r>
              <a:rPr lang="en-IN" dirty="0">
                <a:solidFill>
                  <a:schemeClr val="accent1">
                    <a:lumMod val="75000"/>
                  </a:schemeClr>
                </a:solidFill>
                <a:latin typeface="Oswald" panose="00000500000000000000" pitchFamily="2" charset="0"/>
              </a:rPr>
              <a:t>Jenkins Ansible Plugin</a:t>
            </a:r>
          </a:p>
          <a:p>
            <a:endParaRPr lang="en-IN" dirty="0"/>
          </a:p>
        </p:txBody>
      </p:sp>
      <p:pic>
        <p:nvPicPr>
          <p:cNvPr id="6" name="Picture 5">
            <a:extLst>
              <a:ext uri="{FF2B5EF4-FFF2-40B4-BE49-F238E27FC236}">
                <a16:creationId xmlns:a16="http://schemas.microsoft.com/office/drawing/2014/main" id="{2E090536-9B6B-D1A4-85CE-D27E2DB23D30}"/>
              </a:ext>
            </a:extLst>
          </p:cNvPr>
          <p:cNvPicPr>
            <a:picLocks noChangeAspect="1"/>
          </p:cNvPicPr>
          <p:nvPr/>
        </p:nvPicPr>
        <p:blipFill>
          <a:blip r:embed="rId2"/>
          <a:stretch>
            <a:fillRect/>
          </a:stretch>
        </p:blipFill>
        <p:spPr>
          <a:xfrm>
            <a:off x="609599" y="1801456"/>
            <a:ext cx="6610350" cy="2898134"/>
          </a:xfrm>
          <a:prstGeom prst="rect">
            <a:avLst/>
          </a:prstGeom>
        </p:spPr>
      </p:pic>
      <p:sp>
        <p:nvSpPr>
          <p:cNvPr id="7" name="TextBox 6">
            <a:extLst>
              <a:ext uri="{FF2B5EF4-FFF2-40B4-BE49-F238E27FC236}">
                <a16:creationId xmlns:a16="http://schemas.microsoft.com/office/drawing/2014/main" id="{402F75B3-6BA2-27F0-48CA-16EA1D7B687C}"/>
              </a:ext>
            </a:extLst>
          </p:cNvPr>
          <p:cNvSpPr txBox="1"/>
          <p:nvPr/>
        </p:nvSpPr>
        <p:spPr>
          <a:xfrm>
            <a:off x="520602" y="1442879"/>
            <a:ext cx="5798289" cy="523220"/>
          </a:xfrm>
          <a:prstGeom prst="rect">
            <a:avLst/>
          </a:prstGeom>
          <a:noFill/>
        </p:spPr>
        <p:txBody>
          <a:bodyPr wrap="square" rtlCol="0">
            <a:spAutoFit/>
          </a:bodyPr>
          <a:lstStyle/>
          <a:p>
            <a:r>
              <a:rPr lang="en-IN" dirty="0">
                <a:latin typeface="Roboto Condensed" panose="02000000000000000000" pitchFamily="2" charset="0"/>
                <a:ea typeface="Roboto Condensed" panose="02000000000000000000" pitchFamily="2" charset="0"/>
                <a:cs typeface="Roboto Condensed" panose="02000000000000000000" pitchFamily="2" charset="0"/>
                <a:hlinkClick r:id="rId3"/>
              </a:rPr>
              <a:t>https://wiki.Jenkins-ci.org/display/JENKINS/Ansible+Plugin</a:t>
            </a:r>
            <a:endParaRPr lang="en-IN" dirty="0">
              <a:latin typeface="Roboto Condensed" panose="02000000000000000000" pitchFamily="2" charset="0"/>
              <a:ea typeface="Roboto Condensed" panose="02000000000000000000" pitchFamily="2" charset="0"/>
              <a:cs typeface="Roboto Condensed" panose="02000000000000000000" pitchFamily="2" charset="0"/>
            </a:endParaRPr>
          </a:p>
          <a:p>
            <a:endParaRPr lang="en-IN" dirty="0">
              <a:latin typeface="Roboto Condensed" panose="02000000000000000000" pitchFamily="2" charset="0"/>
              <a:ea typeface="Roboto Condensed" panose="02000000000000000000" pitchFamily="2" charset="0"/>
              <a:cs typeface="Roboto Condensed" panose="02000000000000000000" pitchFamily="2" charset="0"/>
            </a:endParaRPr>
          </a:p>
        </p:txBody>
      </p:sp>
    </p:spTree>
    <p:extLst>
      <p:ext uri="{BB962C8B-B14F-4D97-AF65-F5344CB8AC3E}">
        <p14:creationId xmlns:p14="http://schemas.microsoft.com/office/powerpoint/2010/main" val="18525221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52"/>
          <p:cNvSpPr txBox="1">
            <a:spLocks noGrp="1"/>
          </p:cNvSpPr>
          <p:nvPr>
            <p:ph type="title"/>
          </p:nvPr>
        </p:nvSpPr>
        <p:spPr>
          <a:xfrm>
            <a:off x="1031425" y="1149725"/>
            <a:ext cx="5760300" cy="680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Quiz</a:t>
            </a:r>
            <a:endParaRPr dirty="0"/>
          </a:p>
        </p:txBody>
      </p:sp>
      <p:sp>
        <p:nvSpPr>
          <p:cNvPr id="468" name="Google Shape;468;p52"/>
          <p:cNvSpPr txBox="1">
            <a:spLocks noGrp="1"/>
          </p:cNvSpPr>
          <p:nvPr>
            <p:ph type="body" idx="1"/>
          </p:nvPr>
        </p:nvSpPr>
        <p:spPr>
          <a:xfrm>
            <a:off x="1031425" y="1777125"/>
            <a:ext cx="5760300" cy="2521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350">
                <a:solidFill>
                  <a:srgbClr val="757575"/>
                </a:solidFill>
                <a:highlight>
                  <a:srgbClr val="F8F9FA"/>
                </a:highlight>
                <a:latin typeface="Arial"/>
                <a:ea typeface="Arial"/>
                <a:cs typeface="Arial"/>
                <a:sym typeface="Arial"/>
              </a:rPr>
              <a:t>What language is an Ansible playbooks are written in by default?</a:t>
            </a:r>
            <a:endParaRPr sz="1350">
              <a:solidFill>
                <a:srgbClr val="757575"/>
              </a:solidFill>
              <a:highlight>
                <a:srgbClr val="F8F9FA"/>
              </a:highlight>
              <a:latin typeface="Arial"/>
              <a:ea typeface="Arial"/>
              <a:cs typeface="Arial"/>
              <a:sym typeface="Arial"/>
            </a:endParaRPr>
          </a:p>
          <a:p>
            <a:pPr marL="0" lvl="0" indent="0" algn="l" rtl="0">
              <a:spcBef>
                <a:spcPts val="600"/>
              </a:spcBef>
              <a:spcAft>
                <a:spcPts val="0"/>
              </a:spcAft>
              <a:buNone/>
            </a:pPr>
            <a:endParaRPr sz="1350">
              <a:solidFill>
                <a:srgbClr val="757575"/>
              </a:solidFill>
              <a:highlight>
                <a:srgbClr val="F8F9FA"/>
              </a:highlight>
              <a:latin typeface="Arial"/>
              <a:ea typeface="Arial"/>
              <a:cs typeface="Arial"/>
              <a:sym typeface="Arial"/>
            </a:endParaRPr>
          </a:p>
          <a:p>
            <a:pPr marL="457200" lvl="0" indent="-301625" algn="l" rtl="0">
              <a:lnSpc>
                <a:spcPct val="115000"/>
              </a:lnSpc>
              <a:spcBef>
                <a:spcPts val="0"/>
              </a:spcBef>
              <a:spcAft>
                <a:spcPts val="0"/>
              </a:spcAft>
              <a:buClr>
                <a:schemeClr val="accent1"/>
              </a:buClr>
              <a:buSzPts val="1150"/>
              <a:buFont typeface="Arial"/>
              <a:buChar char="●"/>
            </a:pPr>
            <a:r>
              <a:rPr lang="en" sz="1150">
                <a:solidFill>
                  <a:schemeClr val="accent1"/>
                </a:solidFill>
                <a:highlight>
                  <a:schemeClr val="lt1"/>
                </a:highlight>
                <a:latin typeface="Arial"/>
                <a:ea typeface="Arial"/>
                <a:cs typeface="Arial"/>
                <a:sym typeface="Arial"/>
              </a:rPr>
              <a:t> YAML format</a:t>
            </a:r>
            <a:endParaRPr sz="1150">
              <a:solidFill>
                <a:schemeClr val="accent1"/>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1"/>
              </a:buClr>
              <a:buSzPts val="1150"/>
              <a:buFont typeface="Arial"/>
              <a:buChar char="●"/>
            </a:pPr>
            <a:r>
              <a:rPr lang="en" sz="1150">
                <a:solidFill>
                  <a:schemeClr val="accent1"/>
                </a:solidFill>
                <a:highlight>
                  <a:schemeClr val="lt1"/>
                </a:highlight>
                <a:latin typeface="Arial"/>
                <a:ea typeface="Arial"/>
                <a:cs typeface="Arial"/>
                <a:sym typeface="Arial"/>
              </a:rPr>
              <a:t> JSON format</a:t>
            </a:r>
            <a:endParaRPr sz="1150">
              <a:solidFill>
                <a:schemeClr val="accent1"/>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1"/>
              </a:buClr>
              <a:buSzPts val="1150"/>
              <a:buFont typeface="Arial"/>
              <a:buChar char="●"/>
            </a:pPr>
            <a:r>
              <a:rPr lang="en" sz="1150">
                <a:solidFill>
                  <a:schemeClr val="accent1"/>
                </a:solidFill>
                <a:highlight>
                  <a:schemeClr val="lt1"/>
                </a:highlight>
                <a:latin typeface="Arial"/>
                <a:ea typeface="Arial"/>
                <a:cs typeface="Arial"/>
                <a:sym typeface="Arial"/>
              </a:rPr>
              <a:t> XML format</a:t>
            </a:r>
            <a:endParaRPr sz="1150">
              <a:solidFill>
                <a:schemeClr val="accent1"/>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1"/>
              </a:buClr>
              <a:buSzPts val="1150"/>
              <a:buFont typeface="Arial"/>
              <a:buChar char="●"/>
            </a:pPr>
            <a:r>
              <a:rPr lang="en" sz="1150">
                <a:solidFill>
                  <a:schemeClr val="accent1"/>
                </a:solidFill>
                <a:highlight>
                  <a:schemeClr val="lt1"/>
                </a:highlight>
                <a:latin typeface="Arial"/>
                <a:ea typeface="Arial"/>
                <a:cs typeface="Arial"/>
                <a:sym typeface="Arial"/>
              </a:rPr>
              <a:t> HTML format</a:t>
            </a:r>
            <a:endParaRPr sz="1150">
              <a:solidFill>
                <a:schemeClr val="accent1"/>
              </a:solidFill>
              <a:highlight>
                <a:schemeClr val="lt1"/>
              </a:highlight>
              <a:latin typeface="Arial"/>
              <a:ea typeface="Arial"/>
              <a:cs typeface="Arial"/>
              <a:sym typeface="Arial"/>
            </a:endParaRPr>
          </a:p>
          <a:p>
            <a:pPr marL="0" lvl="0" indent="0" algn="l" rtl="0">
              <a:spcBef>
                <a:spcPts val="600"/>
              </a:spcBef>
              <a:spcAft>
                <a:spcPts val="0"/>
              </a:spcAft>
              <a:buNone/>
            </a:pPr>
            <a:endParaRPr sz="1350">
              <a:solidFill>
                <a:srgbClr val="757575"/>
              </a:solidFill>
              <a:highlight>
                <a:srgbClr val="F8F9FA"/>
              </a:highlight>
              <a:latin typeface="Arial"/>
              <a:ea typeface="Arial"/>
              <a:cs typeface="Arial"/>
              <a:sym typeface="Arial"/>
            </a:endParaRPr>
          </a:p>
        </p:txBody>
      </p:sp>
      <p:sp>
        <p:nvSpPr>
          <p:cNvPr id="469" name="Google Shape;469;p52"/>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4" name="Google Shape;474;p53"/>
          <p:cNvSpPr txBox="1">
            <a:spLocks noGrp="1"/>
          </p:cNvSpPr>
          <p:nvPr>
            <p:ph type="title"/>
          </p:nvPr>
        </p:nvSpPr>
        <p:spPr>
          <a:xfrm>
            <a:off x="1031425" y="1149725"/>
            <a:ext cx="5760300" cy="680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Quiz</a:t>
            </a:r>
            <a:endParaRPr dirty="0"/>
          </a:p>
        </p:txBody>
      </p:sp>
      <p:sp>
        <p:nvSpPr>
          <p:cNvPr id="475" name="Google Shape;475;p53"/>
          <p:cNvSpPr txBox="1">
            <a:spLocks noGrp="1"/>
          </p:cNvSpPr>
          <p:nvPr>
            <p:ph type="body" idx="1"/>
          </p:nvPr>
        </p:nvSpPr>
        <p:spPr>
          <a:xfrm>
            <a:off x="1031425" y="1777125"/>
            <a:ext cx="5760300" cy="2521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350">
                <a:solidFill>
                  <a:srgbClr val="757575"/>
                </a:solidFill>
                <a:highlight>
                  <a:schemeClr val="lt1"/>
                </a:highlight>
                <a:latin typeface="Arial"/>
                <a:ea typeface="Arial"/>
                <a:cs typeface="Arial"/>
                <a:sym typeface="Arial"/>
              </a:rPr>
              <a:t>What language is an Ansible playbooks are written in by default?</a:t>
            </a:r>
            <a:endParaRPr sz="1350">
              <a:solidFill>
                <a:srgbClr val="757575"/>
              </a:solidFill>
              <a:highlight>
                <a:schemeClr val="lt1"/>
              </a:highlight>
              <a:latin typeface="Arial"/>
              <a:ea typeface="Arial"/>
              <a:cs typeface="Arial"/>
              <a:sym typeface="Arial"/>
            </a:endParaRPr>
          </a:p>
          <a:p>
            <a:pPr marL="0" lvl="0" indent="0" algn="l" rtl="0">
              <a:spcBef>
                <a:spcPts val="600"/>
              </a:spcBef>
              <a:spcAft>
                <a:spcPts val="0"/>
              </a:spcAft>
              <a:buNone/>
            </a:pPr>
            <a:endParaRPr sz="1350">
              <a:solidFill>
                <a:srgbClr val="757575"/>
              </a:solidFill>
              <a:highlight>
                <a:srgbClr val="F8F9FA"/>
              </a:highlight>
              <a:latin typeface="Arial"/>
              <a:ea typeface="Arial"/>
              <a:cs typeface="Arial"/>
              <a:sym typeface="Arial"/>
            </a:endParaRPr>
          </a:p>
          <a:p>
            <a:pPr marL="457200" lvl="0" indent="-301625" algn="l" rtl="0">
              <a:lnSpc>
                <a:spcPct val="115000"/>
              </a:lnSpc>
              <a:spcBef>
                <a:spcPts val="0"/>
              </a:spcBef>
              <a:spcAft>
                <a:spcPts val="0"/>
              </a:spcAft>
              <a:buClr>
                <a:schemeClr val="accent1"/>
              </a:buClr>
              <a:buSzPts val="1150"/>
              <a:buFont typeface="Arial"/>
              <a:buChar char="●"/>
            </a:pPr>
            <a:r>
              <a:rPr lang="en" sz="1150">
                <a:solidFill>
                  <a:schemeClr val="accent1"/>
                </a:solidFill>
                <a:highlight>
                  <a:schemeClr val="lt1"/>
                </a:highlight>
                <a:latin typeface="Arial"/>
                <a:ea typeface="Arial"/>
                <a:cs typeface="Arial"/>
                <a:sym typeface="Arial"/>
              </a:rPr>
              <a:t> </a:t>
            </a:r>
            <a:r>
              <a:rPr lang="en" sz="1150" b="1">
                <a:solidFill>
                  <a:schemeClr val="accent4"/>
                </a:solidFill>
                <a:highlight>
                  <a:schemeClr val="lt1"/>
                </a:highlight>
                <a:latin typeface="Arial"/>
                <a:ea typeface="Arial"/>
                <a:cs typeface="Arial"/>
                <a:sym typeface="Arial"/>
              </a:rPr>
              <a:t>YAML format</a:t>
            </a:r>
            <a:endParaRPr sz="1150" b="1">
              <a:solidFill>
                <a:schemeClr val="accent4"/>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1"/>
              </a:buClr>
              <a:buSzPts val="1150"/>
              <a:buFont typeface="Arial"/>
              <a:buChar char="●"/>
            </a:pPr>
            <a:r>
              <a:rPr lang="en" sz="1150">
                <a:solidFill>
                  <a:schemeClr val="accent1"/>
                </a:solidFill>
                <a:highlight>
                  <a:schemeClr val="lt1"/>
                </a:highlight>
                <a:latin typeface="Arial"/>
                <a:ea typeface="Arial"/>
                <a:cs typeface="Arial"/>
                <a:sym typeface="Arial"/>
              </a:rPr>
              <a:t> JSON format</a:t>
            </a:r>
            <a:endParaRPr sz="1150">
              <a:solidFill>
                <a:schemeClr val="accent1"/>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1"/>
              </a:buClr>
              <a:buSzPts val="1150"/>
              <a:buFont typeface="Arial"/>
              <a:buChar char="●"/>
            </a:pPr>
            <a:r>
              <a:rPr lang="en" sz="1150">
                <a:solidFill>
                  <a:schemeClr val="accent1"/>
                </a:solidFill>
                <a:highlight>
                  <a:schemeClr val="lt1"/>
                </a:highlight>
                <a:latin typeface="Arial"/>
                <a:ea typeface="Arial"/>
                <a:cs typeface="Arial"/>
                <a:sym typeface="Arial"/>
              </a:rPr>
              <a:t> XML format</a:t>
            </a:r>
            <a:endParaRPr sz="1150">
              <a:solidFill>
                <a:schemeClr val="accent1"/>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1"/>
              </a:buClr>
              <a:buSzPts val="1150"/>
              <a:buFont typeface="Arial"/>
              <a:buChar char="●"/>
            </a:pPr>
            <a:r>
              <a:rPr lang="en" sz="1150">
                <a:solidFill>
                  <a:schemeClr val="accent1"/>
                </a:solidFill>
                <a:highlight>
                  <a:schemeClr val="lt1"/>
                </a:highlight>
                <a:latin typeface="Arial"/>
                <a:ea typeface="Arial"/>
                <a:cs typeface="Arial"/>
                <a:sym typeface="Arial"/>
              </a:rPr>
              <a:t> HTML format</a:t>
            </a:r>
            <a:endParaRPr sz="1150">
              <a:solidFill>
                <a:schemeClr val="accent1"/>
              </a:solidFill>
              <a:highlight>
                <a:schemeClr val="lt1"/>
              </a:highlight>
              <a:latin typeface="Arial"/>
              <a:ea typeface="Arial"/>
              <a:cs typeface="Arial"/>
              <a:sym typeface="Arial"/>
            </a:endParaRPr>
          </a:p>
          <a:p>
            <a:pPr marL="0" lvl="0" indent="0" algn="l" rtl="0">
              <a:spcBef>
                <a:spcPts val="600"/>
              </a:spcBef>
              <a:spcAft>
                <a:spcPts val="0"/>
              </a:spcAft>
              <a:buNone/>
            </a:pPr>
            <a:endParaRPr sz="1350">
              <a:solidFill>
                <a:srgbClr val="757575"/>
              </a:solidFill>
              <a:highlight>
                <a:srgbClr val="F8F9FA"/>
              </a:highlight>
              <a:latin typeface="Arial"/>
              <a:ea typeface="Arial"/>
              <a:cs typeface="Arial"/>
              <a:sym typeface="Arial"/>
            </a:endParaRPr>
          </a:p>
        </p:txBody>
      </p:sp>
      <p:sp>
        <p:nvSpPr>
          <p:cNvPr id="476" name="Google Shape;476;p53"/>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46</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54"/>
          <p:cNvSpPr txBox="1">
            <a:spLocks noGrp="1"/>
          </p:cNvSpPr>
          <p:nvPr>
            <p:ph type="title"/>
          </p:nvPr>
        </p:nvSpPr>
        <p:spPr>
          <a:xfrm>
            <a:off x="1031425" y="1149725"/>
            <a:ext cx="5760300" cy="680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Quiz</a:t>
            </a:r>
            <a:endParaRPr dirty="0"/>
          </a:p>
        </p:txBody>
      </p:sp>
      <p:sp>
        <p:nvSpPr>
          <p:cNvPr id="482" name="Google Shape;482;p54"/>
          <p:cNvSpPr txBox="1">
            <a:spLocks noGrp="1"/>
          </p:cNvSpPr>
          <p:nvPr>
            <p:ph type="body" idx="1"/>
          </p:nvPr>
        </p:nvSpPr>
        <p:spPr>
          <a:xfrm>
            <a:off x="1031425" y="1777125"/>
            <a:ext cx="5760300" cy="2521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350">
                <a:solidFill>
                  <a:srgbClr val="757575"/>
                </a:solidFill>
                <a:highlight>
                  <a:schemeClr val="lt1"/>
                </a:highlight>
                <a:latin typeface="Arial"/>
                <a:ea typeface="Arial"/>
                <a:cs typeface="Arial"/>
                <a:sym typeface="Arial"/>
              </a:rPr>
              <a:t>Which command will you use to run a playbook called install.yaml with Ansible?</a:t>
            </a:r>
            <a:endParaRPr sz="1350">
              <a:solidFill>
                <a:srgbClr val="757575"/>
              </a:solidFill>
              <a:highlight>
                <a:schemeClr val="lt1"/>
              </a:highlight>
              <a:latin typeface="Arial"/>
              <a:ea typeface="Arial"/>
              <a:cs typeface="Arial"/>
              <a:sym typeface="Arial"/>
            </a:endParaRPr>
          </a:p>
          <a:p>
            <a:pPr marL="0" lvl="0" indent="0" algn="l" rtl="0">
              <a:spcBef>
                <a:spcPts val="600"/>
              </a:spcBef>
              <a:spcAft>
                <a:spcPts val="0"/>
              </a:spcAft>
              <a:buNone/>
            </a:pPr>
            <a:endParaRPr sz="1350">
              <a:solidFill>
                <a:srgbClr val="757575"/>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ansible-playbook install.yml</a:t>
            </a:r>
            <a:endParaRPr sz="1150">
              <a:solidFill>
                <a:schemeClr val="accent2"/>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ansible install.yml</a:t>
            </a:r>
            <a:endParaRPr sz="1150">
              <a:solidFill>
                <a:schemeClr val="accent2"/>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ansible --playbook install.yml</a:t>
            </a:r>
            <a:endParaRPr sz="1150">
              <a:solidFill>
                <a:schemeClr val="accent2"/>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ansible -p install.yml</a:t>
            </a:r>
            <a:endParaRPr sz="1150">
              <a:solidFill>
                <a:schemeClr val="accent2"/>
              </a:solidFill>
              <a:highlight>
                <a:schemeClr val="lt1"/>
              </a:highlight>
              <a:latin typeface="Arial"/>
              <a:ea typeface="Arial"/>
              <a:cs typeface="Arial"/>
              <a:sym typeface="Arial"/>
            </a:endParaRPr>
          </a:p>
          <a:p>
            <a:pPr marL="0" lvl="0" indent="0" algn="l" rtl="0">
              <a:spcBef>
                <a:spcPts val="600"/>
              </a:spcBef>
              <a:spcAft>
                <a:spcPts val="0"/>
              </a:spcAft>
              <a:buNone/>
            </a:pPr>
            <a:endParaRPr sz="1350">
              <a:solidFill>
                <a:srgbClr val="757575"/>
              </a:solidFill>
              <a:highlight>
                <a:srgbClr val="F8F9FA"/>
              </a:highlight>
              <a:latin typeface="Arial"/>
              <a:ea typeface="Arial"/>
              <a:cs typeface="Arial"/>
              <a:sym typeface="Arial"/>
            </a:endParaRPr>
          </a:p>
        </p:txBody>
      </p:sp>
      <p:sp>
        <p:nvSpPr>
          <p:cNvPr id="483" name="Google Shape;483;p54"/>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47</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55"/>
          <p:cNvSpPr txBox="1">
            <a:spLocks noGrp="1"/>
          </p:cNvSpPr>
          <p:nvPr>
            <p:ph type="title"/>
          </p:nvPr>
        </p:nvSpPr>
        <p:spPr>
          <a:xfrm>
            <a:off x="1031425" y="1149725"/>
            <a:ext cx="5760300" cy="680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Quiz</a:t>
            </a:r>
            <a:endParaRPr dirty="0"/>
          </a:p>
        </p:txBody>
      </p:sp>
      <p:sp>
        <p:nvSpPr>
          <p:cNvPr id="489" name="Google Shape;489;p55"/>
          <p:cNvSpPr txBox="1">
            <a:spLocks noGrp="1"/>
          </p:cNvSpPr>
          <p:nvPr>
            <p:ph type="body" idx="1"/>
          </p:nvPr>
        </p:nvSpPr>
        <p:spPr>
          <a:xfrm>
            <a:off x="1031425" y="1777125"/>
            <a:ext cx="5760300" cy="2521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350">
                <a:solidFill>
                  <a:srgbClr val="757575"/>
                </a:solidFill>
                <a:highlight>
                  <a:schemeClr val="lt1"/>
                </a:highlight>
                <a:latin typeface="Arial"/>
                <a:ea typeface="Arial"/>
                <a:cs typeface="Arial"/>
                <a:sym typeface="Arial"/>
              </a:rPr>
              <a:t>Which command will you use to run a playbook called install.yaml with Ansible?</a:t>
            </a:r>
            <a:endParaRPr sz="1350">
              <a:solidFill>
                <a:srgbClr val="757575"/>
              </a:solidFill>
              <a:highlight>
                <a:schemeClr val="lt1"/>
              </a:highlight>
              <a:latin typeface="Arial"/>
              <a:ea typeface="Arial"/>
              <a:cs typeface="Arial"/>
              <a:sym typeface="Arial"/>
            </a:endParaRPr>
          </a:p>
          <a:p>
            <a:pPr marL="0" lvl="0" indent="0" algn="l" rtl="0">
              <a:spcBef>
                <a:spcPts val="600"/>
              </a:spcBef>
              <a:spcAft>
                <a:spcPts val="0"/>
              </a:spcAft>
              <a:buNone/>
            </a:pPr>
            <a:endParaRPr sz="1350">
              <a:solidFill>
                <a:srgbClr val="757575"/>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a:t>
            </a:r>
            <a:r>
              <a:rPr lang="en" sz="1150" b="1">
                <a:solidFill>
                  <a:schemeClr val="accent4"/>
                </a:solidFill>
                <a:highlight>
                  <a:schemeClr val="lt1"/>
                </a:highlight>
                <a:latin typeface="Arial"/>
                <a:ea typeface="Arial"/>
                <a:cs typeface="Arial"/>
                <a:sym typeface="Arial"/>
              </a:rPr>
              <a:t>ansible-playbook install.yml</a:t>
            </a:r>
            <a:endParaRPr sz="1150" b="1">
              <a:solidFill>
                <a:schemeClr val="accent4"/>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ansible install.yml</a:t>
            </a:r>
            <a:endParaRPr sz="1150">
              <a:solidFill>
                <a:schemeClr val="accent2"/>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ansible --playbook install.yml</a:t>
            </a:r>
            <a:endParaRPr sz="1150">
              <a:solidFill>
                <a:schemeClr val="accent2"/>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ansible -p install.yml</a:t>
            </a:r>
            <a:endParaRPr sz="1150">
              <a:solidFill>
                <a:schemeClr val="accent2"/>
              </a:solidFill>
              <a:highlight>
                <a:schemeClr val="lt1"/>
              </a:highlight>
              <a:latin typeface="Arial"/>
              <a:ea typeface="Arial"/>
              <a:cs typeface="Arial"/>
              <a:sym typeface="Arial"/>
            </a:endParaRPr>
          </a:p>
          <a:p>
            <a:pPr marL="0" lvl="0" indent="0" algn="l" rtl="0">
              <a:spcBef>
                <a:spcPts val="600"/>
              </a:spcBef>
              <a:spcAft>
                <a:spcPts val="0"/>
              </a:spcAft>
              <a:buNone/>
            </a:pPr>
            <a:endParaRPr sz="1350">
              <a:solidFill>
                <a:srgbClr val="757575"/>
              </a:solidFill>
              <a:highlight>
                <a:srgbClr val="F8F9FA"/>
              </a:highlight>
              <a:latin typeface="Arial"/>
              <a:ea typeface="Arial"/>
              <a:cs typeface="Arial"/>
              <a:sym typeface="Arial"/>
            </a:endParaRPr>
          </a:p>
        </p:txBody>
      </p:sp>
      <p:sp>
        <p:nvSpPr>
          <p:cNvPr id="490" name="Google Shape;490;p55"/>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48</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56"/>
          <p:cNvSpPr txBox="1">
            <a:spLocks noGrp="1"/>
          </p:cNvSpPr>
          <p:nvPr>
            <p:ph type="title"/>
          </p:nvPr>
        </p:nvSpPr>
        <p:spPr>
          <a:xfrm>
            <a:off x="1031425" y="1149725"/>
            <a:ext cx="5760300" cy="680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Quiz</a:t>
            </a:r>
            <a:endParaRPr dirty="0"/>
          </a:p>
        </p:txBody>
      </p:sp>
      <p:sp>
        <p:nvSpPr>
          <p:cNvPr id="496" name="Google Shape;496;p56"/>
          <p:cNvSpPr txBox="1">
            <a:spLocks noGrp="1"/>
          </p:cNvSpPr>
          <p:nvPr>
            <p:ph type="body" idx="1"/>
          </p:nvPr>
        </p:nvSpPr>
        <p:spPr>
          <a:xfrm>
            <a:off x="1031425" y="1777125"/>
            <a:ext cx="5760300" cy="2521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350">
                <a:solidFill>
                  <a:srgbClr val="757575"/>
                </a:solidFill>
                <a:highlight>
                  <a:schemeClr val="lt1"/>
                </a:highlight>
                <a:latin typeface="Arial"/>
                <a:ea typeface="Arial"/>
                <a:cs typeface="Arial"/>
                <a:sym typeface="Arial"/>
              </a:rPr>
              <a:t>Which argument will you use to specify a variable for your Ansible playbook?</a:t>
            </a:r>
            <a:endParaRPr sz="1350">
              <a:solidFill>
                <a:srgbClr val="757575"/>
              </a:solidFill>
              <a:highlight>
                <a:schemeClr val="lt1"/>
              </a:highlight>
              <a:latin typeface="Arial"/>
              <a:ea typeface="Arial"/>
              <a:cs typeface="Arial"/>
              <a:sym typeface="Arial"/>
            </a:endParaRPr>
          </a:p>
          <a:p>
            <a:pPr marL="0" lvl="0" indent="0" algn="l" rtl="0">
              <a:spcBef>
                <a:spcPts val="600"/>
              </a:spcBef>
              <a:spcAft>
                <a:spcPts val="0"/>
              </a:spcAft>
              <a:buNone/>
            </a:pPr>
            <a:endParaRPr sz="1350">
              <a:solidFill>
                <a:srgbClr val="757575"/>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-v</a:t>
            </a:r>
            <a:endParaRPr sz="1150">
              <a:solidFill>
                <a:schemeClr val="accent2"/>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-e</a:t>
            </a:r>
            <a:endParaRPr sz="1150">
              <a:solidFill>
                <a:schemeClr val="accent2"/>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-c</a:t>
            </a:r>
            <a:endParaRPr sz="1150">
              <a:solidFill>
                <a:schemeClr val="accent2"/>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-a</a:t>
            </a:r>
            <a:endParaRPr sz="1150">
              <a:solidFill>
                <a:schemeClr val="accent2"/>
              </a:solidFill>
              <a:highlight>
                <a:schemeClr val="lt1"/>
              </a:highlight>
              <a:latin typeface="Arial"/>
              <a:ea typeface="Arial"/>
              <a:cs typeface="Arial"/>
              <a:sym typeface="Arial"/>
            </a:endParaRPr>
          </a:p>
          <a:p>
            <a:pPr marL="0" lvl="0" indent="0" algn="l" rtl="0">
              <a:spcBef>
                <a:spcPts val="600"/>
              </a:spcBef>
              <a:spcAft>
                <a:spcPts val="0"/>
              </a:spcAft>
              <a:buNone/>
            </a:pPr>
            <a:endParaRPr sz="1350">
              <a:solidFill>
                <a:srgbClr val="757575"/>
              </a:solidFill>
              <a:highlight>
                <a:srgbClr val="F8F9FA"/>
              </a:highlight>
              <a:latin typeface="Arial"/>
              <a:ea typeface="Arial"/>
              <a:cs typeface="Arial"/>
              <a:sym typeface="Arial"/>
            </a:endParaRPr>
          </a:p>
        </p:txBody>
      </p:sp>
      <p:sp>
        <p:nvSpPr>
          <p:cNvPr id="497" name="Google Shape;497;p56"/>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49</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01"/>
        <p:cNvGrpSpPr/>
        <p:nvPr/>
      </p:nvGrpSpPr>
      <p:grpSpPr>
        <a:xfrm>
          <a:off x="0" y="0"/>
          <a:ext cx="0" cy="0"/>
          <a:chOff x="0" y="0"/>
          <a:chExt cx="0" cy="0"/>
        </a:xfrm>
      </p:grpSpPr>
      <p:sp>
        <p:nvSpPr>
          <p:cNvPr id="502" name="Google Shape;502;p57"/>
          <p:cNvSpPr txBox="1">
            <a:spLocks noGrp="1"/>
          </p:cNvSpPr>
          <p:nvPr>
            <p:ph type="title"/>
          </p:nvPr>
        </p:nvSpPr>
        <p:spPr>
          <a:xfrm>
            <a:off x="1031425" y="1149725"/>
            <a:ext cx="5760300" cy="680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Quiz</a:t>
            </a:r>
            <a:endParaRPr dirty="0"/>
          </a:p>
        </p:txBody>
      </p:sp>
      <p:sp>
        <p:nvSpPr>
          <p:cNvPr id="503" name="Google Shape;503;p57"/>
          <p:cNvSpPr txBox="1">
            <a:spLocks noGrp="1"/>
          </p:cNvSpPr>
          <p:nvPr>
            <p:ph type="body" idx="1"/>
          </p:nvPr>
        </p:nvSpPr>
        <p:spPr>
          <a:xfrm>
            <a:off x="1031425" y="1777125"/>
            <a:ext cx="5760300" cy="2521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350">
                <a:solidFill>
                  <a:srgbClr val="757575"/>
                </a:solidFill>
                <a:highlight>
                  <a:schemeClr val="lt1"/>
                </a:highlight>
                <a:latin typeface="Arial"/>
                <a:ea typeface="Arial"/>
                <a:cs typeface="Arial"/>
                <a:sym typeface="Arial"/>
              </a:rPr>
              <a:t>Which argument will you use to specify a variable for your Ansible playbook?</a:t>
            </a:r>
            <a:endParaRPr sz="1350">
              <a:solidFill>
                <a:srgbClr val="757575"/>
              </a:solidFill>
              <a:highlight>
                <a:schemeClr val="lt1"/>
              </a:highlight>
              <a:latin typeface="Arial"/>
              <a:ea typeface="Arial"/>
              <a:cs typeface="Arial"/>
              <a:sym typeface="Arial"/>
            </a:endParaRPr>
          </a:p>
          <a:p>
            <a:pPr marL="0" lvl="0" indent="0" algn="l" rtl="0">
              <a:spcBef>
                <a:spcPts val="600"/>
              </a:spcBef>
              <a:spcAft>
                <a:spcPts val="0"/>
              </a:spcAft>
              <a:buNone/>
            </a:pPr>
            <a:endParaRPr sz="1350">
              <a:solidFill>
                <a:srgbClr val="757575"/>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-v</a:t>
            </a:r>
            <a:endParaRPr sz="1150">
              <a:solidFill>
                <a:schemeClr val="accent2"/>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4"/>
              </a:buClr>
              <a:buSzPts val="1150"/>
              <a:buFont typeface="Arial"/>
              <a:buChar char="●"/>
            </a:pPr>
            <a:r>
              <a:rPr lang="en" sz="1150" b="1">
                <a:solidFill>
                  <a:schemeClr val="accent4"/>
                </a:solidFill>
                <a:highlight>
                  <a:schemeClr val="lt1"/>
                </a:highlight>
                <a:latin typeface="Arial"/>
                <a:ea typeface="Arial"/>
                <a:cs typeface="Arial"/>
                <a:sym typeface="Arial"/>
              </a:rPr>
              <a:t> -e</a:t>
            </a:r>
            <a:endParaRPr sz="1150" b="1">
              <a:solidFill>
                <a:schemeClr val="accent4"/>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-c</a:t>
            </a:r>
            <a:endParaRPr sz="1150">
              <a:solidFill>
                <a:schemeClr val="accent2"/>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-a</a:t>
            </a:r>
            <a:endParaRPr sz="1150">
              <a:solidFill>
                <a:schemeClr val="accent2"/>
              </a:solidFill>
              <a:highlight>
                <a:schemeClr val="lt1"/>
              </a:highlight>
              <a:latin typeface="Arial"/>
              <a:ea typeface="Arial"/>
              <a:cs typeface="Arial"/>
              <a:sym typeface="Arial"/>
            </a:endParaRPr>
          </a:p>
          <a:p>
            <a:pPr marL="0" lvl="0" indent="0" algn="l" rtl="0">
              <a:spcBef>
                <a:spcPts val="600"/>
              </a:spcBef>
              <a:spcAft>
                <a:spcPts val="0"/>
              </a:spcAft>
              <a:buNone/>
            </a:pPr>
            <a:endParaRPr sz="1350">
              <a:solidFill>
                <a:srgbClr val="757575"/>
              </a:solidFill>
              <a:highlight>
                <a:srgbClr val="F8F9FA"/>
              </a:highlight>
              <a:latin typeface="Arial"/>
              <a:ea typeface="Arial"/>
              <a:cs typeface="Arial"/>
              <a:sym typeface="Arial"/>
            </a:endParaRPr>
          </a:p>
        </p:txBody>
      </p:sp>
      <p:sp>
        <p:nvSpPr>
          <p:cNvPr id="504" name="Google Shape;504;p57"/>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50</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09" name="Google Shape;509;p58"/>
          <p:cNvSpPr txBox="1">
            <a:spLocks noGrp="1"/>
          </p:cNvSpPr>
          <p:nvPr>
            <p:ph type="title"/>
          </p:nvPr>
        </p:nvSpPr>
        <p:spPr>
          <a:xfrm>
            <a:off x="1031425" y="1149725"/>
            <a:ext cx="5760300" cy="680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Quiz</a:t>
            </a:r>
            <a:endParaRPr/>
          </a:p>
        </p:txBody>
      </p:sp>
      <p:sp>
        <p:nvSpPr>
          <p:cNvPr id="510" name="Google Shape;510;p58"/>
          <p:cNvSpPr txBox="1">
            <a:spLocks noGrp="1"/>
          </p:cNvSpPr>
          <p:nvPr>
            <p:ph type="body" idx="1"/>
          </p:nvPr>
        </p:nvSpPr>
        <p:spPr>
          <a:xfrm>
            <a:off x="1031425" y="1777125"/>
            <a:ext cx="5760300" cy="2521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350">
                <a:solidFill>
                  <a:srgbClr val="757575"/>
                </a:solidFill>
                <a:highlight>
                  <a:schemeClr val="lt1"/>
                </a:highlight>
                <a:latin typeface="Arial"/>
                <a:ea typeface="Arial"/>
                <a:cs typeface="Arial"/>
                <a:sym typeface="Arial"/>
              </a:rPr>
              <a:t>Ansible playbooks are the basis for a really simple configuration management and multi-machine deployment system, unlike any that already exist, and one that is very well suited to deploying complex applications.</a:t>
            </a:r>
            <a:endParaRPr sz="1350">
              <a:solidFill>
                <a:srgbClr val="757575"/>
              </a:solidFill>
              <a:highlight>
                <a:schemeClr val="lt1"/>
              </a:highlight>
              <a:latin typeface="Arial"/>
              <a:ea typeface="Arial"/>
              <a:cs typeface="Arial"/>
              <a:sym typeface="Arial"/>
            </a:endParaRPr>
          </a:p>
          <a:p>
            <a:pPr marL="0" lvl="0" indent="0" algn="l" rtl="0">
              <a:spcBef>
                <a:spcPts val="600"/>
              </a:spcBef>
              <a:spcAft>
                <a:spcPts val="0"/>
              </a:spcAft>
              <a:buNone/>
            </a:pPr>
            <a:endParaRPr sz="1350">
              <a:solidFill>
                <a:srgbClr val="757575"/>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false</a:t>
            </a:r>
            <a:endParaRPr sz="1150">
              <a:solidFill>
                <a:schemeClr val="accent2"/>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true</a:t>
            </a:r>
            <a:endParaRPr sz="1150">
              <a:solidFill>
                <a:schemeClr val="accent2"/>
              </a:solidFill>
              <a:highlight>
                <a:schemeClr val="lt1"/>
              </a:highlight>
              <a:latin typeface="Arial"/>
              <a:ea typeface="Arial"/>
              <a:cs typeface="Arial"/>
              <a:sym typeface="Arial"/>
            </a:endParaRPr>
          </a:p>
          <a:p>
            <a:pPr marL="0" lvl="0" indent="0" algn="l" rtl="0">
              <a:spcBef>
                <a:spcPts val="600"/>
              </a:spcBef>
              <a:spcAft>
                <a:spcPts val="0"/>
              </a:spcAft>
              <a:buNone/>
            </a:pPr>
            <a:endParaRPr sz="1350">
              <a:solidFill>
                <a:srgbClr val="757575"/>
              </a:solidFill>
              <a:highlight>
                <a:schemeClr val="lt1"/>
              </a:highlight>
              <a:latin typeface="Arial"/>
              <a:ea typeface="Arial"/>
              <a:cs typeface="Arial"/>
              <a:sym typeface="Arial"/>
            </a:endParaRPr>
          </a:p>
        </p:txBody>
      </p:sp>
      <p:sp>
        <p:nvSpPr>
          <p:cNvPr id="511" name="Google Shape;511;p58"/>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59"/>
          <p:cNvSpPr txBox="1">
            <a:spLocks noGrp="1"/>
          </p:cNvSpPr>
          <p:nvPr>
            <p:ph type="title"/>
          </p:nvPr>
        </p:nvSpPr>
        <p:spPr>
          <a:xfrm>
            <a:off x="1031425" y="1149725"/>
            <a:ext cx="5760300" cy="680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Quiz</a:t>
            </a:r>
            <a:endParaRPr/>
          </a:p>
        </p:txBody>
      </p:sp>
      <p:sp>
        <p:nvSpPr>
          <p:cNvPr id="517" name="Google Shape;517;p59"/>
          <p:cNvSpPr txBox="1">
            <a:spLocks noGrp="1"/>
          </p:cNvSpPr>
          <p:nvPr>
            <p:ph type="body" idx="1"/>
          </p:nvPr>
        </p:nvSpPr>
        <p:spPr>
          <a:xfrm>
            <a:off x="1031425" y="1777125"/>
            <a:ext cx="5760300" cy="2521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350">
                <a:solidFill>
                  <a:srgbClr val="757575"/>
                </a:solidFill>
                <a:highlight>
                  <a:schemeClr val="lt1"/>
                </a:highlight>
                <a:latin typeface="Arial"/>
                <a:ea typeface="Arial"/>
                <a:cs typeface="Arial"/>
                <a:sym typeface="Arial"/>
              </a:rPr>
              <a:t>Ansible playbooks are the basis for a really simple configuration management and multi-machine deployment system, unlike any that already exist, and one that is very well suited to deploying complex applications.</a:t>
            </a:r>
            <a:endParaRPr sz="1350">
              <a:solidFill>
                <a:srgbClr val="757575"/>
              </a:solidFill>
              <a:highlight>
                <a:schemeClr val="lt1"/>
              </a:highlight>
              <a:latin typeface="Arial"/>
              <a:ea typeface="Arial"/>
              <a:cs typeface="Arial"/>
              <a:sym typeface="Arial"/>
            </a:endParaRPr>
          </a:p>
          <a:p>
            <a:pPr marL="0" lvl="0" indent="0" algn="l" rtl="0">
              <a:spcBef>
                <a:spcPts val="600"/>
              </a:spcBef>
              <a:spcAft>
                <a:spcPts val="0"/>
              </a:spcAft>
              <a:buNone/>
            </a:pPr>
            <a:endParaRPr sz="1350">
              <a:solidFill>
                <a:srgbClr val="757575"/>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false</a:t>
            </a:r>
            <a:endParaRPr sz="1150">
              <a:solidFill>
                <a:schemeClr val="accent2"/>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4"/>
              </a:buClr>
              <a:buSzPts val="1150"/>
              <a:buFont typeface="Arial"/>
              <a:buChar char="●"/>
            </a:pPr>
            <a:r>
              <a:rPr lang="en" sz="1150" b="1">
                <a:solidFill>
                  <a:schemeClr val="accent4"/>
                </a:solidFill>
                <a:highlight>
                  <a:schemeClr val="lt1"/>
                </a:highlight>
                <a:latin typeface="Arial"/>
                <a:ea typeface="Arial"/>
                <a:cs typeface="Arial"/>
                <a:sym typeface="Arial"/>
              </a:rPr>
              <a:t> true</a:t>
            </a:r>
            <a:endParaRPr sz="1150" b="1">
              <a:solidFill>
                <a:schemeClr val="accent4"/>
              </a:solidFill>
              <a:highlight>
                <a:schemeClr val="lt1"/>
              </a:highlight>
              <a:latin typeface="Arial"/>
              <a:ea typeface="Arial"/>
              <a:cs typeface="Arial"/>
              <a:sym typeface="Arial"/>
            </a:endParaRPr>
          </a:p>
          <a:p>
            <a:pPr marL="0" lvl="0" indent="0" algn="l" rtl="0">
              <a:spcBef>
                <a:spcPts val="600"/>
              </a:spcBef>
              <a:spcAft>
                <a:spcPts val="0"/>
              </a:spcAft>
              <a:buNone/>
            </a:pPr>
            <a:endParaRPr sz="1350">
              <a:solidFill>
                <a:srgbClr val="757575"/>
              </a:solidFill>
              <a:highlight>
                <a:schemeClr val="lt1"/>
              </a:highlight>
              <a:latin typeface="Arial"/>
              <a:ea typeface="Arial"/>
              <a:cs typeface="Arial"/>
              <a:sym typeface="Arial"/>
            </a:endParaRPr>
          </a:p>
        </p:txBody>
      </p:sp>
      <p:sp>
        <p:nvSpPr>
          <p:cNvPr id="518" name="Google Shape;518;p59"/>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52</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60"/>
          <p:cNvSpPr txBox="1">
            <a:spLocks noGrp="1"/>
          </p:cNvSpPr>
          <p:nvPr>
            <p:ph type="title"/>
          </p:nvPr>
        </p:nvSpPr>
        <p:spPr>
          <a:xfrm>
            <a:off x="1031425" y="1149725"/>
            <a:ext cx="5760300" cy="680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Quiz</a:t>
            </a:r>
            <a:endParaRPr/>
          </a:p>
        </p:txBody>
      </p:sp>
      <p:sp>
        <p:nvSpPr>
          <p:cNvPr id="524" name="Google Shape;524;p60"/>
          <p:cNvSpPr txBox="1">
            <a:spLocks noGrp="1"/>
          </p:cNvSpPr>
          <p:nvPr>
            <p:ph type="body" idx="1"/>
          </p:nvPr>
        </p:nvSpPr>
        <p:spPr>
          <a:xfrm>
            <a:off x="1031425" y="1777125"/>
            <a:ext cx="5760300" cy="2521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350">
                <a:solidFill>
                  <a:srgbClr val="757575"/>
                </a:solidFill>
                <a:highlight>
                  <a:schemeClr val="lt1"/>
                </a:highlight>
                <a:latin typeface="Arial"/>
                <a:ea typeface="Arial"/>
                <a:cs typeface="Arial"/>
                <a:sym typeface="Arial"/>
              </a:rPr>
              <a:t>What does 'become: yes' mean in Ansible playbooks?</a:t>
            </a:r>
            <a:endParaRPr sz="1350">
              <a:solidFill>
                <a:srgbClr val="757575"/>
              </a:solidFill>
              <a:highlight>
                <a:schemeClr val="lt1"/>
              </a:highlight>
              <a:latin typeface="Arial"/>
              <a:ea typeface="Arial"/>
              <a:cs typeface="Arial"/>
              <a:sym typeface="Arial"/>
            </a:endParaRPr>
          </a:p>
          <a:p>
            <a:pPr marL="0" lvl="0" indent="0" algn="l" rtl="0">
              <a:spcBef>
                <a:spcPts val="600"/>
              </a:spcBef>
              <a:spcAft>
                <a:spcPts val="0"/>
              </a:spcAft>
              <a:buNone/>
            </a:pPr>
            <a:endParaRPr sz="1350">
              <a:solidFill>
                <a:srgbClr val="757575"/>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It means that the command must be retried until it succeeds</a:t>
            </a:r>
            <a:endParaRPr sz="1150">
              <a:solidFill>
                <a:schemeClr val="accent2"/>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It means that the service needs to be started once installed</a:t>
            </a:r>
            <a:endParaRPr sz="1150">
              <a:solidFill>
                <a:schemeClr val="accent2"/>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It means that the worker node should become a manager node</a:t>
            </a:r>
            <a:endParaRPr sz="1150">
              <a:solidFill>
                <a:schemeClr val="accent2"/>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It means that we would run all commands as root</a:t>
            </a:r>
            <a:endParaRPr sz="1150">
              <a:solidFill>
                <a:schemeClr val="accent2"/>
              </a:solidFill>
              <a:highlight>
                <a:schemeClr val="lt1"/>
              </a:highlight>
              <a:latin typeface="Arial"/>
              <a:ea typeface="Arial"/>
              <a:cs typeface="Arial"/>
              <a:sym typeface="Arial"/>
            </a:endParaRPr>
          </a:p>
          <a:p>
            <a:pPr marL="0" lvl="0" indent="0" algn="l" rtl="0">
              <a:spcBef>
                <a:spcPts val="600"/>
              </a:spcBef>
              <a:spcAft>
                <a:spcPts val="0"/>
              </a:spcAft>
              <a:buNone/>
            </a:pPr>
            <a:endParaRPr sz="1350">
              <a:solidFill>
                <a:srgbClr val="757575"/>
              </a:solidFill>
              <a:highlight>
                <a:schemeClr val="lt1"/>
              </a:highlight>
              <a:latin typeface="Arial"/>
              <a:ea typeface="Arial"/>
              <a:cs typeface="Arial"/>
              <a:sym typeface="Arial"/>
            </a:endParaRPr>
          </a:p>
        </p:txBody>
      </p:sp>
      <p:sp>
        <p:nvSpPr>
          <p:cNvPr id="525" name="Google Shape;525;p60"/>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53</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61"/>
          <p:cNvSpPr txBox="1">
            <a:spLocks noGrp="1"/>
          </p:cNvSpPr>
          <p:nvPr>
            <p:ph type="title"/>
          </p:nvPr>
        </p:nvSpPr>
        <p:spPr>
          <a:xfrm>
            <a:off x="1031425" y="1149725"/>
            <a:ext cx="5760300" cy="680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Quiz</a:t>
            </a:r>
            <a:endParaRPr/>
          </a:p>
        </p:txBody>
      </p:sp>
      <p:sp>
        <p:nvSpPr>
          <p:cNvPr id="531" name="Google Shape;531;p61"/>
          <p:cNvSpPr txBox="1">
            <a:spLocks noGrp="1"/>
          </p:cNvSpPr>
          <p:nvPr>
            <p:ph type="body" idx="1"/>
          </p:nvPr>
        </p:nvSpPr>
        <p:spPr>
          <a:xfrm>
            <a:off x="1031425" y="1777125"/>
            <a:ext cx="5760300" cy="25212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350">
                <a:solidFill>
                  <a:srgbClr val="757575"/>
                </a:solidFill>
                <a:highlight>
                  <a:schemeClr val="lt1"/>
                </a:highlight>
                <a:latin typeface="Arial"/>
                <a:ea typeface="Arial"/>
                <a:cs typeface="Arial"/>
                <a:sym typeface="Arial"/>
              </a:rPr>
              <a:t>What does 'become: yes' mean in Ansible playbooks?</a:t>
            </a:r>
            <a:endParaRPr sz="1350">
              <a:solidFill>
                <a:srgbClr val="757575"/>
              </a:solidFill>
              <a:highlight>
                <a:schemeClr val="lt1"/>
              </a:highlight>
              <a:latin typeface="Arial"/>
              <a:ea typeface="Arial"/>
              <a:cs typeface="Arial"/>
              <a:sym typeface="Arial"/>
            </a:endParaRPr>
          </a:p>
          <a:p>
            <a:pPr marL="0" lvl="0" indent="0" algn="l" rtl="0">
              <a:spcBef>
                <a:spcPts val="600"/>
              </a:spcBef>
              <a:spcAft>
                <a:spcPts val="0"/>
              </a:spcAft>
              <a:buNone/>
            </a:pPr>
            <a:endParaRPr sz="1350">
              <a:solidFill>
                <a:srgbClr val="757575"/>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It means that the command must be retried until it succeeds</a:t>
            </a:r>
            <a:endParaRPr sz="1150">
              <a:solidFill>
                <a:schemeClr val="accent2"/>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It means that the service needs to be started once installed</a:t>
            </a:r>
            <a:endParaRPr sz="1150">
              <a:solidFill>
                <a:schemeClr val="accent2"/>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2"/>
              </a:buClr>
              <a:buSzPts val="1150"/>
              <a:buFont typeface="Arial"/>
              <a:buChar char="●"/>
            </a:pPr>
            <a:r>
              <a:rPr lang="en" sz="1150">
                <a:solidFill>
                  <a:schemeClr val="accent2"/>
                </a:solidFill>
                <a:highlight>
                  <a:schemeClr val="lt1"/>
                </a:highlight>
                <a:latin typeface="Arial"/>
                <a:ea typeface="Arial"/>
                <a:cs typeface="Arial"/>
                <a:sym typeface="Arial"/>
              </a:rPr>
              <a:t> It means that the worker node should become a manager node</a:t>
            </a:r>
            <a:endParaRPr sz="1150">
              <a:solidFill>
                <a:schemeClr val="accent2"/>
              </a:solidFill>
              <a:highlight>
                <a:schemeClr val="lt1"/>
              </a:highlight>
              <a:latin typeface="Arial"/>
              <a:ea typeface="Arial"/>
              <a:cs typeface="Arial"/>
              <a:sym typeface="Arial"/>
            </a:endParaRPr>
          </a:p>
          <a:p>
            <a:pPr marL="457200" lvl="0" indent="-301625" algn="l" rtl="0">
              <a:lnSpc>
                <a:spcPct val="115000"/>
              </a:lnSpc>
              <a:spcBef>
                <a:spcPts val="0"/>
              </a:spcBef>
              <a:spcAft>
                <a:spcPts val="0"/>
              </a:spcAft>
              <a:buClr>
                <a:schemeClr val="accent4"/>
              </a:buClr>
              <a:buSzPts val="1150"/>
              <a:buFont typeface="Arial"/>
              <a:buChar char="●"/>
            </a:pPr>
            <a:r>
              <a:rPr lang="en" sz="1150" b="1">
                <a:solidFill>
                  <a:schemeClr val="accent4"/>
                </a:solidFill>
                <a:highlight>
                  <a:schemeClr val="lt1"/>
                </a:highlight>
                <a:latin typeface="Arial"/>
                <a:ea typeface="Arial"/>
                <a:cs typeface="Arial"/>
                <a:sym typeface="Arial"/>
              </a:rPr>
              <a:t> It means that we would run all commands as root</a:t>
            </a:r>
            <a:endParaRPr sz="1150" b="1">
              <a:solidFill>
                <a:schemeClr val="accent4"/>
              </a:solidFill>
              <a:highlight>
                <a:schemeClr val="lt1"/>
              </a:highlight>
              <a:latin typeface="Arial"/>
              <a:ea typeface="Arial"/>
              <a:cs typeface="Arial"/>
              <a:sym typeface="Arial"/>
            </a:endParaRPr>
          </a:p>
          <a:p>
            <a:pPr marL="0" lvl="0" indent="0" algn="l" rtl="0">
              <a:spcBef>
                <a:spcPts val="600"/>
              </a:spcBef>
              <a:spcAft>
                <a:spcPts val="0"/>
              </a:spcAft>
              <a:buNone/>
            </a:pPr>
            <a:endParaRPr sz="1350">
              <a:solidFill>
                <a:srgbClr val="757575"/>
              </a:solidFill>
              <a:highlight>
                <a:schemeClr val="lt1"/>
              </a:highlight>
              <a:latin typeface="Arial"/>
              <a:ea typeface="Arial"/>
              <a:cs typeface="Arial"/>
              <a:sym typeface="Arial"/>
            </a:endParaRPr>
          </a:p>
        </p:txBody>
      </p:sp>
      <p:sp>
        <p:nvSpPr>
          <p:cNvPr id="532" name="Google Shape;532;p61"/>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54</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61"/>
          <p:cNvSpPr txBox="1">
            <a:spLocks noGrp="1"/>
          </p:cNvSpPr>
          <p:nvPr>
            <p:ph type="title"/>
          </p:nvPr>
        </p:nvSpPr>
        <p:spPr>
          <a:xfrm>
            <a:off x="2853136" y="0"/>
            <a:ext cx="5760300" cy="680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Interview Questions</a:t>
            </a:r>
            <a:endParaRPr dirty="0"/>
          </a:p>
        </p:txBody>
      </p:sp>
      <p:sp>
        <p:nvSpPr>
          <p:cNvPr id="532" name="Google Shape;532;p61"/>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55</a:t>
            </a:fld>
            <a:endParaRPr/>
          </a:p>
        </p:txBody>
      </p:sp>
      <p:sp>
        <p:nvSpPr>
          <p:cNvPr id="4" name="TextBox 3">
            <a:extLst>
              <a:ext uri="{FF2B5EF4-FFF2-40B4-BE49-F238E27FC236}">
                <a16:creationId xmlns:a16="http://schemas.microsoft.com/office/drawing/2014/main" id="{DA568DAF-8DD9-6385-AE8E-B91441214D31}"/>
              </a:ext>
            </a:extLst>
          </p:cNvPr>
          <p:cNvSpPr txBox="1"/>
          <p:nvPr/>
        </p:nvSpPr>
        <p:spPr>
          <a:xfrm>
            <a:off x="393404" y="1176668"/>
            <a:ext cx="6723321" cy="2192908"/>
          </a:xfrm>
          <a:prstGeom prst="rect">
            <a:avLst/>
          </a:prstGeom>
          <a:noFill/>
        </p:spPr>
        <p:txBody>
          <a:bodyPr wrap="square" rtlCol="0">
            <a:spAutoFit/>
          </a:bodyPr>
          <a:lstStyle/>
          <a:p>
            <a:pPr marL="285750" indent="-285750">
              <a:buFont typeface="Arial" panose="020B0604020202020204" pitchFamily="34" charset="0"/>
              <a:buChar char="•"/>
            </a:pPr>
            <a:r>
              <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How does ansible connects to managed nodes?</a:t>
            </a:r>
          </a:p>
          <a:p>
            <a:endPar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Do I need to have ansible installed on all the managed nodes?</a:t>
            </a:r>
          </a:p>
          <a:p>
            <a:endPar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Which modules in ansible have you used?</a:t>
            </a:r>
          </a:p>
          <a:p>
            <a:endPar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How do you test an ansible playbook?</a:t>
            </a:r>
          </a:p>
          <a:p>
            <a:endPar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How do you perform error handling in ansible playbook?</a:t>
            </a:r>
          </a:p>
          <a:p>
            <a:endPar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Can I run ansible against windows servers? </a:t>
            </a:r>
          </a:p>
          <a:p>
            <a:pPr marL="285750" indent="-285750">
              <a:buFont typeface="Arial" panose="020B0604020202020204" pitchFamily="34" charset="0"/>
              <a:buChar char="•"/>
            </a:pPr>
            <a:endPar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endParaRPr>
          </a:p>
          <a:p>
            <a:pPr marL="285750" indent="-285750">
              <a:buFont typeface="Arial" panose="020B0604020202020204" pitchFamily="34" charset="0"/>
              <a:buChar char="•"/>
            </a:pPr>
            <a:r>
              <a:rPr lang="en-IN" sz="1050" dirty="0">
                <a:solidFill>
                  <a:schemeClr val="accent1">
                    <a:lumMod val="75000"/>
                  </a:schemeClr>
                </a:solidFill>
                <a:latin typeface="Roboto Condensed" panose="02000000000000000000" pitchFamily="2" charset="0"/>
                <a:ea typeface="Roboto Condensed" panose="02000000000000000000" pitchFamily="2" charset="0"/>
                <a:cs typeface="Roboto Condensed" panose="02000000000000000000" pitchFamily="2" charset="0"/>
              </a:rPr>
              <a:t>Give few use cases of ansible?</a:t>
            </a:r>
          </a:p>
        </p:txBody>
      </p:sp>
    </p:spTree>
    <p:extLst>
      <p:ext uri="{BB962C8B-B14F-4D97-AF65-F5344CB8AC3E}">
        <p14:creationId xmlns:p14="http://schemas.microsoft.com/office/powerpoint/2010/main" val="2941592436"/>
      </p:ext>
    </p:extLst>
  </p:cSld>
  <p:clrMapOvr>
    <a:masterClrMapping/>
  </p:clrMapOvr>
</p:sld>
</file>

<file path=ppt/theme/theme1.xml><?xml version="1.0" encoding="utf-8"?>
<a:theme xmlns:a="http://schemas.openxmlformats.org/drawingml/2006/main" name="Wolsey template">
  <a:themeElements>
    <a:clrScheme name="Custom 347">
      <a:dk1>
        <a:srgbClr val="252729"/>
      </a:dk1>
      <a:lt1>
        <a:srgbClr val="FFFFFF"/>
      </a:lt1>
      <a:dk2>
        <a:srgbClr val="607896"/>
      </a:dk2>
      <a:lt2>
        <a:srgbClr val="E8EDF1"/>
      </a:lt2>
      <a:accent1>
        <a:srgbClr val="3796BF"/>
      </a:accent1>
      <a:accent2>
        <a:srgbClr val="4BB5D9"/>
      </a:accent2>
      <a:accent3>
        <a:srgbClr val="81D1EC"/>
      </a:accent3>
      <a:accent4>
        <a:srgbClr val="FF9900"/>
      </a:accent4>
      <a:accent5>
        <a:srgbClr val="FFCB50"/>
      </a:accent5>
      <a:accent6>
        <a:srgbClr val="A9C747"/>
      </a:accent6>
      <a:hlink>
        <a:srgbClr val="4D77A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2287</TotalTime>
  <Words>2910</Words>
  <Application>Microsoft Macintosh PowerPoint</Application>
  <PresentationFormat>On-screen Show (16:9)</PresentationFormat>
  <Paragraphs>436</Paragraphs>
  <Slides>55</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55</vt:i4>
      </vt:variant>
    </vt:vector>
  </HeadingPairs>
  <TitlesOfParts>
    <vt:vector size="60" baseType="lpstr">
      <vt:lpstr>Arial</vt:lpstr>
      <vt:lpstr>Lato</vt:lpstr>
      <vt:lpstr>Roboto Condensed</vt:lpstr>
      <vt:lpstr>Oswald</vt:lpstr>
      <vt:lpstr>Wolsey template</vt:lpstr>
      <vt:lpstr>DevOps Industrial Training</vt:lpstr>
      <vt:lpstr>Ansible </vt:lpstr>
      <vt:lpstr>Agenda</vt:lpstr>
      <vt:lpstr>Handlers</vt:lpstr>
      <vt:lpstr>Types of Ansible</vt:lpstr>
      <vt:lpstr>Roles &amp; Ansible-Galaxy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Reusing ansible playbooks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Quiz</vt:lpstr>
      <vt:lpstr>Quiz</vt:lpstr>
      <vt:lpstr>Quiz</vt:lpstr>
      <vt:lpstr>Quiz</vt:lpstr>
      <vt:lpstr>Quiz</vt:lpstr>
      <vt:lpstr>Quiz</vt:lpstr>
      <vt:lpstr>Quiz</vt:lpstr>
      <vt:lpstr>Quiz</vt:lpstr>
      <vt:lpstr>Quiz</vt:lpstr>
      <vt:lpstr>Quiz</vt:lpstr>
      <vt:lpstr>Interview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DevOps Industrial Training</dc:title>
  <cp:lastModifiedBy>Gunjan Mirchandani</cp:lastModifiedBy>
  <cp:revision>8</cp:revision>
  <dcterms:modified xsi:type="dcterms:W3CDTF">2023-11-17T01:30:46Z</dcterms:modified>
</cp:coreProperties>
</file>